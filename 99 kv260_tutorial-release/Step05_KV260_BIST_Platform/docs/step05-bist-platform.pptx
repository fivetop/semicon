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116" y="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1514477E-30E7-BA23-AC2C-4FFC28B1268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AAF6025-4931-5FFA-9A4C-DCC5D7869536}"/>
              </a:ext>
            </a:extLst>
          </p:cNvPr>
          <p:cNvSpPr/>
          <p:nvPr/>
        </p:nvSpPr>
        <p:spPr>
          <a:xfrm>
            <a:off x="0" y="0"/>
            <a:ext cx="12191695" cy="3200400"/>
          </a:xfrm>
          <a:prstGeom prst="rect">
            <a:avLst/>
          </a:prstGeom>
          <a:gradFill rotWithShape="1">
            <a:gsLst>
              <a:gs pos="0">
                <a:srgbClr val="001A40"/>
              </a:gs>
              <a:gs pos="100000">
                <a:srgbClr val="00336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CB4CA2-7A25-C07C-515A-54FB57301436}"/>
              </a:ext>
            </a:extLst>
          </p:cNvPr>
          <p:cNvSpPr txBox="1"/>
          <p:nvPr/>
        </p:nvSpPr>
        <p:spPr>
          <a:xfrm>
            <a:off x="1745088" y="1249250"/>
            <a:ext cx="669701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 lang="en-US" dirty="0"/>
              <a:t>KV260</a:t>
            </a:r>
            <a:r>
              <a:rPr lang="ko-KR" altLang="en-US" dirty="0"/>
              <a:t> </a:t>
            </a:r>
            <a:r>
              <a:rPr lang="en-US" altLang="ko-KR" dirty="0"/>
              <a:t>BIST</a:t>
            </a:r>
            <a:r>
              <a:rPr lang="ko-KR" altLang="en-US" dirty="0"/>
              <a:t> </a:t>
            </a:r>
            <a:r>
              <a:rPr lang="en-US" altLang="ko-KR" dirty="0"/>
              <a:t>Platform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754F9B-C1A3-A012-8778-5E3D3A86FE94}"/>
              </a:ext>
            </a:extLst>
          </p:cNvPr>
          <p:cNvSpPr txBox="1"/>
          <p:nvPr/>
        </p:nvSpPr>
        <p:spPr>
          <a:xfrm>
            <a:off x="2524258" y="3821720"/>
            <a:ext cx="60917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AACCEE"/>
                </a:solidFill>
              </a:defRPr>
            </a:pPr>
            <a:r>
              <a:rPr lang="en-US" dirty="0"/>
              <a:t>Built-In Self-Test  </a:t>
            </a:r>
            <a:r>
              <a:rPr lang="ko-KR" altLang="en-US" dirty="0"/>
              <a:t>플랫폼 설계</a:t>
            </a: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F2E0E7-3A37-40EB-7551-C2187D3BBDA9}"/>
              </a:ext>
            </a:extLst>
          </p:cNvPr>
          <p:cNvSpPr txBox="1"/>
          <p:nvPr/>
        </p:nvSpPr>
        <p:spPr>
          <a:xfrm>
            <a:off x="1371600" y="6035040"/>
            <a:ext cx="9448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dirty="0">
                <a:solidFill>
                  <a:srgbClr val="5588BB"/>
                </a:solidFill>
                <a:latin typeface="Calibri"/>
              </a:rPr>
              <a:t>KV260 FPGA Training Series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</Words>
  <Application>Microsoft Office PowerPoint</Application>
  <PresentationFormat>와이드스크린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JAEUK NAM</cp:lastModifiedBy>
  <cp:revision>3</cp:revision>
  <dcterms:created xsi:type="dcterms:W3CDTF">2013-01-27T09:14:16Z</dcterms:created>
  <dcterms:modified xsi:type="dcterms:W3CDTF">2026-04-14T04:44:21Z</dcterms:modified>
  <cp:category/>
</cp:coreProperties>
</file>