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Step 04: Vitis HLS + PMOD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C/C++에서 RTL 생성 및 커스텀 IP 개발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Vitis HLS 이해</a:t>
            </a:r>
          </a:p>
          <a:p>
            <a:pPr>
              <a:spcBef>
                <a:spcPts val="800"/>
              </a:spcBef>
              <a:defRPr sz="2000"/>
            </a:pPr>
            <a:r>
              <a:t>• C/C++에서 RTL 생성</a:t>
            </a:r>
          </a:p>
          <a:p>
            <a:pPr>
              <a:spcBef>
                <a:spcPts val="800"/>
              </a:spcBef>
              <a:defRPr sz="2000"/>
            </a:pPr>
            <a:r>
              <a:t>• PMOD IP 개발</a:t>
            </a:r>
          </a:p>
          <a:p>
            <a:pPr>
              <a:spcBef>
                <a:spcPts val="800"/>
              </a:spcBef>
              <a:defRPr sz="2000"/>
            </a:pPr>
            <a:r>
              <a:t>• PetaLinux 연동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Vitis HLS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High-Level Synthesis</a:t>
            </a:r>
          </a:p>
          <a:p>
            <a:pPr>
              <a:spcBef>
                <a:spcPts val="800"/>
              </a:spcBef>
              <a:defRPr sz="2000"/>
            </a:pPr>
            <a:r>
              <a:t>• C/C++ → Verilog/VHDL</a:t>
            </a:r>
          </a:p>
          <a:p>
            <a:pPr>
              <a:spcBef>
                <a:spcPts val="800"/>
              </a:spcBef>
              <a:defRPr sz="2000"/>
            </a:pPr>
            <a:r>
              <a:t>• 性能 최적화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생성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Vitis HLS 실행</a:t>
            </a:r>
          </a:p>
          <a:p>
            <a:pPr>
              <a:spcBef>
                <a:spcPts val="800"/>
              </a:spcBef>
              <a:defRPr sz="2000"/>
            </a:pPr>
            <a:r>
              <a:t>• 타겟 칩: xck26-sfvc784-2LV-c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C++ 코드 작성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#pragma HLS INTERFACE</a:t>
            </a:r>
          </a:p>
          <a:p>
            <a:pPr>
              <a:spcBef>
                <a:spcPts val="800"/>
              </a:spcBef>
              <a:defRPr sz="2000"/>
            </a:pPr>
            <a:r>
              <a:t>• AXI4-Lite 인터페이스</a:t>
            </a:r>
          </a:p>
          <a:p>
            <a:pPr>
              <a:spcBef>
                <a:spcPts val="800"/>
              </a:spcBef>
              <a:defRPr sz="2000"/>
            </a:pPr>
            <a:r>
              <a:t>• PMOD 제어 함수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Run C Synthesis</a:t>
            </a:r>
          </a:p>
          <a:p>
            <a:pPr>
              <a:spcBef>
                <a:spcPts val="800"/>
              </a:spcBef>
              <a:defRPr sz="2000"/>
            </a:pPr>
            <a:r>
              <a:t>• Fmax, Latency 확인</a:t>
            </a:r>
          </a:p>
          <a:p>
            <a:pPr>
              <a:spcBef>
                <a:spcPts val="800"/>
              </a:spcBef>
              <a:defRPr sz="2000"/>
            </a:pPr>
            <a:r>
              <a:t>• 리소스 사용량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RTL 익스포트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Export RTL</a:t>
            </a:r>
          </a:p>
          <a:p>
            <a:pPr>
              <a:spcBef>
                <a:spcPts val="800"/>
              </a:spcBef>
              <a:defRPr sz="2000"/>
            </a:pPr>
            <a:r>
              <a:t>• IP Catalog 형식</a:t>
            </a:r>
          </a:p>
          <a:p>
            <a:pPr>
              <a:spcBef>
                <a:spcPts val="800"/>
              </a:spcBef>
              <a:defRPr sz="2000"/>
            </a:pPr>
            <a:r>
              <a:t>• export.zip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Vivado 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IP Repository 추가</a:t>
            </a:r>
          </a:p>
          <a:p>
            <a:pPr>
              <a:spcBef>
                <a:spcPts val="800"/>
              </a:spcBef>
              <a:defRPr sz="2000"/>
            </a:pPr>
            <a:r>
              <a:t>• 블록 디자인</a:t>
            </a:r>
          </a:p>
          <a:p>
            <a:pPr>
              <a:spcBef>
                <a:spcPts val="800"/>
              </a:spcBef>
              <a:defRPr sz="2000"/>
            </a:pPr>
            <a:r>
              <a:t>• Zynq PS + 커스텀 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PMOD 핀制约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H12, B10, E10, E12</a:t>
            </a:r>
          </a:p>
          <a:p>
            <a:pPr>
              <a:spcBef>
                <a:spcPts val="800"/>
              </a:spcBef>
              <a:defRPr sz="2000"/>
            </a:pPr>
            <a:r>
              <a:t>• D10, D11, C11, B11</a:t>
            </a:r>
          </a:p>
          <a:p>
            <a:pPr>
              <a:spcBef>
                <a:spcPts val="800"/>
              </a:spcBef>
              <a:defRPr sz="2000"/>
            </a:pPr>
            <a:r>
              <a:t>• LVCMOS33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PetaLinux 연동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PetaLinux 프로젝트</a:t>
            </a:r>
          </a:p>
          <a:p>
            <a:pPr>
              <a:spcBef>
                <a:spcPts val="800"/>
              </a:spcBef>
              <a:defRPr sz="2000"/>
            </a:pPr>
            <a:r>
              <a:t>• 하드웨어 정의 가져오기</a:t>
            </a:r>
          </a:p>
          <a:p>
            <a:pPr>
              <a:spcBef>
                <a:spcPts val="800"/>
              </a:spcBef>
              <a:defRPr sz="2000"/>
            </a:pPr>
            <a:r>
              <a:t>• Rootfs 구성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KV260에서 테스트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800"/>
              </a:spcBef>
              <a:defRPr sz="2000"/>
            </a:pPr>
            <a:r>
              <a:t>• 앱 로드 (xmutil)</a:t>
            </a:r>
          </a:p>
          <a:p>
            <a:pPr>
              <a:spcBef>
                <a:spcPts val="800"/>
              </a:spcBef>
              <a:defRPr sz="2000"/>
            </a:pPr>
            <a:r>
              <a:t>• Python 테스트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