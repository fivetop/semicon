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Step 03: AXI GPIO Integration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PS-PL 통신 구현 및 LED 제어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학습 목표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• AXI GPIO IP 사용</a:t>
            </a:r>
          </a:p>
          <a:p>
            <a:pPr>
              <a:defRPr sz="2000"/>
            </a:pPr>
            <a:r>
              <a:t>• PS-PL 통신 구현</a:t>
            </a:r>
          </a:p>
          <a:p>
            <a:pPr>
              <a:defRPr sz="2000"/>
            </a:pPr>
            <a:r>
              <a:t>• Python으로 LED 제어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시스템 아키텍처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• Zynq PS + AXI GPIO + LED</a:t>
            </a:r>
          </a:p>
          <a:p>
            <a:pPr>
              <a:defRPr sz="2000"/>
            </a:pPr>
            <a:r>
              <a:t>• AXI 버스로 데이터 전송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블록 디자인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• Zynq PS (M_AXI_HPM0)</a:t>
            </a:r>
          </a:p>
          <a:p>
            <a:pPr>
              <a:defRPr sz="2000"/>
            </a:pPr>
            <a:r>
              <a:t>• AXI GPIO (4-bit)</a:t>
            </a:r>
          </a:p>
          <a:p>
            <a:pPr>
              <a:defRPr sz="2000"/>
            </a:pPr>
            <a:r>
              <a:t>• AXI SmartConnect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GPIO 포트 구성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• Make External</a:t>
            </a:r>
          </a:p>
          <a:p>
            <a:pPr>
              <a:defRPr sz="2000"/>
            </a:pPr>
            <a:r>
              <a:t>• PL User LED 할당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핀 제약조건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• LED0: T14, LED1: U14</a:t>
            </a:r>
          </a:p>
          <a:p>
            <a:pPr>
              <a:defRPr sz="2000"/>
            </a:pPr>
            <a:r>
              <a:t>• LED2: V14, LED3: V13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PYNQ에서 제어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• overlay.axi_gpio_0.channel1.write()</a:t>
            </a:r>
          </a:p>
          <a:p>
            <a:pPr>
              <a:defRPr sz="2000"/>
            </a:pPr>
            <a:r>
              <a:t>• Walking pattern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