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OpenCode &amp; oh-my-opencode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AI 코딩 도구 설치 및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OpenCode란?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OpenCode 이해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오픈소스 AI 코딩 에이전트</a:t>
            </a:r>
          </a:p>
          <a:p>
            <a:pPr>
              <a:spcBef>
                <a:spcPts val="1400"/>
              </a:spcBef>
              <a:defRPr sz="2200"/>
            </a:pPr>
            <a:r>
              <a:t>• 터미널/데스크톱/IDE에서 사용 가능</a:t>
            </a:r>
          </a:p>
          <a:p>
            <a:pPr>
              <a:spcBef>
                <a:spcPts val="1400"/>
              </a:spcBef>
              <a:defRPr sz="2200"/>
            </a:pPr>
            <a:r>
              <a:t>• 75+ LLM 프로바이더 지원 (Claude, GPT, Gemini 등)</a:t>
            </a:r>
          </a:p>
          <a:p>
            <a:pPr>
              <a:spcBef>
                <a:spcPts val="1400"/>
              </a:spcBef>
              <a:defRPr sz="2200"/>
            </a:pPr>
            <a:r>
              <a:t>• 120K+ GitHub Stars, 5M+ 월간 사용자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특징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주요 기능</a:t>
            </a:r>
          </a:p>
          <a:p>
            <a:pPr>
              <a:spcBef>
                <a:spcPts val="1000"/>
              </a:spcBef>
              <a:defRPr sz="1800"/>
            </a:pPr>
            <a:r>
              <a:t>• LSP 자동 로드</a:t>
            </a:r>
          </a:p>
          <a:p>
            <a:pPr>
              <a:spcBef>
                <a:spcPts val="1000"/>
              </a:spcBef>
              <a:defRPr sz="1800"/>
            </a:pPr>
            <a:r>
              <a:t>• 멀티 세션 지원</a:t>
            </a:r>
          </a:p>
          <a:p>
            <a:pPr>
              <a:spcBef>
                <a:spcPts val="1000"/>
              </a:spcBef>
              <a:defRPr sz="1800"/>
            </a:pPr>
            <a:r>
              <a:t>• 세션 공유 링크</a:t>
            </a:r>
          </a:p>
          <a:p>
            <a:pPr>
              <a:spcBef>
                <a:spcPts val="1000"/>
              </a:spcBef>
              <a:defRPr sz="1800"/>
            </a:pPr>
            <a:r>
              <a:t>• 프로바이더 무관동일 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장점</a:t>
            </a:r>
          </a:p>
          <a:p>
            <a:pPr>
              <a:spcBef>
                <a:spcPts val="1000"/>
              </a:spcBef>
              <a:defRPr sz="1800"/>
            </a:pPr>
            <a:r>
              <a:t>• 오픈소스 (무료)</a:t>
            </a:r>
          </a:p>
          <a:p>
            <a:pPr>
              <a:spcBef>
                <a:spcPts val="1000"/>
              </a:spcBef>
              <a:defRPr sz="1800"/>
            </a:pPr>
            <a:r>
              <a:t>• 다양한 모델 지원</a:t>
            </a:r>
          </a:p>
          <a:p>
            <a:pPr>
              <a:spcBef>
                <a:spcPts val="1000"/>
              </a:spcBef>
              <a:defRPr sz="1800"/>
            </a:pPr>
            <a:r>
              <a:t>• 프라이버시 우선</a:t>
            </a:r>
          </a:p>
          <a:p>
            <a:pPr>
              <a:spcBef>
                <a:spcPts val="1000"/>
              </a:spcBef>
              <a:defRPr sz="1800"/>
            </a:pPr>
            <a:r>
              <a:t>• 커맨드라인 우선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OpenCode 설치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설치 방법 (권장)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curl 스크립트 (가장 빠름)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curl -fsSL https://opencode.ai/install | bash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또는 npm으로 설치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npm install -g opencode-ai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Homebrew (macOS/Linux)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brew install anomalyco/tap/opencode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기타 설치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Node.js</a:t>
            </a:r>
          </a:p>
          <a:p>
            <a:pPr>
              <a:spcBef>
                <a:spcPts val="1000"/>
              </a:spcBef>
              <a:defRPr sz="1800"/>
            </a:pPr>
            <a:r>
              <a:t>• npm install -g opencode-ai</a:t>
            </a:r>
          </a:p>
          <a:p>
            <a:pPr>
              <a:spcBef>
                <a:spcPts val="1000"/>
              </a:spcBef>
              <a:defRPr sz="1800"/>
            </a:pPr>
            <a:r>
              <a:t>• bun install -g opencode-ai</a:t>
            </a:r>
          </a:p>
          <a:p>
            <a:pPr>
              <a:spcBef>
                <a:spcPts val="1000"/>
              </a:spcBef>
              <a:defRPr sz="1800"/>
            </a:pPr>
            <a:r>
              <a:t>• pnpm install -g opencode-ai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Go</a:t>
            </a:r>
          </a:p>
          <a:p>
            <a:pPr>
              <a:spcBef>
                <a:spcPts val="1000"/>
              </a:spcBef>
              <a:defRPr sz="1800"/>
            </a:pPr>
            <a:r>
              <a:t>• go install github.com/opencode-ai/opencode@latest</a:t>
            </a:r>
          </a:p>
          <a:p>
            <a:pPr>
              <a:spcBef>
                <a:spcPts val="1000"/>
              </a:spcBef>
              <a:defRPr sz="1800"/>
            </a:pPr>
            <a:r>
              <a:t>• </a:t>
            </a:r>
          </a:p>
          <a:p>
            <a:pPr>
              <a:spcBef>
                <a:spcPts val="1000"/>
              </a:spcBef>
              <a:defRPr sz="1800"/>
            </a:pPr>
            <a:r>
              <a:t>• Arch Linux: paru -S opencode-bin</a:t>
            </a:r>
          </a:p>
          <a:p>
            <a:pPr>
              <a:spcBef>
                <a:spcPts val="1000"/>
              </a:spcBef>
              <a:defRPr sz="1800"/>
            </a:pPr>
            <a:r>
              <a:t>• Windows: choco install opencode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설치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opencode --version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opencode --help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## 출력 예시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OpenCode v0.x.x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API 키 설정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환경 변수 설정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Claude (Anthropic)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export ANTHROPIC_API_KEY="your-key-here"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OpenAI (GPT)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export OPENAI_API_KEY="your-key-here"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Google Gemini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export GOOGLE_API_KEY="your-key-here"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~/.bashrc 또는 ~/.zshrc에 추가하여 영구 설정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설정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TUI로 설정</a:t>
            </a:r>
          </a:p>
          <a:p>
            <a:pPr>
              <a:spcBef>
                <a:spcPts val="1000"/>
              </a:spcBef>
              <a:defRPr sz="1800"/>
            </a:pPr>
            <a:r>
              <a:t>• opencode 실행</a:t>
            </a:r>
          </a:p>
          <a:p>
            <a:pPr>
              <a:spcBef>
                <a:spcPts val="1000"/>
              </a:spcBef>
              <a:defRPr sz="1800"/>
            </a:pPr>
            <a:r>
              <a:t>• /connect 입력</a:t>
            </a:r>
          </a:p>
          <a:p>
            <a:pPr>
              <a:spcBef>
                <a:spcPts val="1000"/>
              </a:spcBef>
              <a:defRPr sz="1800"/>
            </a:pPr>
            <a:r>
              <a:t>• 프로바이더 선택</a:t>
            </a:r>
          </a:p>
          <a:p>
            <a:pPr>
              <a:spcBef>
                <a:spcPts val="1000"/>
              </a:spcBef>
              <a:defRPr sz="1800"/>
            </a:pPr>
            <a:r>
              <a:t>• API 키 입력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대화형 설정</a:t>
            </a:r>
          </a:p>
          <a:p>
            <a:pPr>
              <a:spcBef>
                <a:spcPts val="1000"/>
              </a:spcBef>
              <a:defRPr sz="1800"/>
            </a:pPr>
            <a:r>
              <a:t>• opencode auth login</a:t>
            </a:r>
          </a:p>
          <a:p>
            <a:pPr>
              <a:spcBef>
                <a:spcPts val="1000"/>
              </a:spcBef>
              <a:defRPr sz="1800"/>
            </a:pPr>
            <a:r>
              <a:t>• Anthropic/OpenAI/Gemini 선택</a:t>
            </a:r>
          </a:p>
          <a:p>
            <a:pPr>
              <a:spcBef>
                <a:spcPts val="1000"/>
              </a:spcBef>
              <a:defRPr sz="1800"/>
            </a:pPr>
            <a:r>
              <a:t>• OAuth 또는 API 키 입력</a:t>
            </a:r>
          </a:p>
          <a:p>
            <a:pPr>
              <a:spcBef>
                <a:spcPts val="1000"/>
              </a:spcBef>
              <a:defRPr sz="1800"/>
            </a:pPr>
            <a:r>
              <a:t>• 완료!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OpenCode 활용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기본 명령어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opencode                    # 대화형 TUI 시작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opencode run "코드 설명"  # 직접 실행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opencode --prompt "..."    # 프롬프트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opencode --model claude    # 모델 지정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opencode models --refresh  # 모델 목록 새로고침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주요 명령어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세션 관리</a:t>
            </a:r>
          </a:p>
          <a:p>
            <a:pPr>
              <a:spcBef>
                <a:spcPts val="1000"/>
              </a:spcBef>
              <a:defRPr sz="1800"/>
            </a:pPr>
            <a:r>
              <a:t>• /new - 새 세션 시작</a:t>
            </a:r>
          </a:p>
          <a:p>
            <a:pPr>
              <a:spcBef>
                <a:spcPts val="1000"/>
              </a:spcBef>
              <a:defRPr sz="1800"/>
            </a:pPr>
            <a:r>
              <a:t>• /continue - 이전 세션 계속</a:t>
            </a:r>
          </a:p>
          <a:p>
            <a:pPr>
              <a:spcBef>
                <a:spcPts val="1000"/>
              </a:spcBef>
              <a:defRPr sz="1800"/>
            </a:pPr>
            <a:r>
              <a:t>• /undo - 변경 취소</a:t>
            </a:r>
          </a:p>
          <a:p>
            <a:pPr>
              <a:spcBef>
                <a:spcPts val="1000"/>
              </a:spcBef>
              <a:defRPr sz="1800"/>
            </a:pPr>
            <a:r>
              <a:t>• /redo - 다시 실행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모델 전환</a:t>
            </a:r>
          </a:p>
          <a:p>
            <a:pPr>
              <a:spcBef>
                <a:spcPts val="1000"/>
              </a:spcBef>
              <a:defRPr sz="1800"/>
            </a:pPr>
            <a:r>
              <a:t>• /model claude-opus-4</a:t>
            </a:r>
          </a:p>
          <a:p>
            <a:pPr>
              <a:spcBef>
                <a:spcPts val="1000"/>
              </a:spcBef>
              <a:defRPr sz="1800"/>
            </a:pPr>
            <a:r>
              <a:t>• /model gpt-4o</a:t>
            </a:r>
          </a:p>
          <a:p>
            <a:pPr>
              <a:spcBef>
                <a:spcPts val="1000"/>
              </a:spcBef>
              <a:defRPr sz="1800"/>
            </a:pPr>
            <a:r>
              <a:t>• /model gemini-2.0-flash</a:t>
            </a:r>
          </a:p>
          <a:p>
            <a:pPr>
              <a:spcBef>
                <a:spcPts val="1000"/>
              </a:spcBef>
              <a:defRPr sz="1800"/>
            </a:pPr>
            <a:r>
              <a:t>• opencode --model ollama:codellama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실용적인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코드 설명: `opencode run "Explain this function"`</a:t>
            </a:r>
          </a:p>
          <a:p>
            <a:pPr>
              <a:spcBef>
                <a:spcPts val="1400"/>
              </a:spcBef>
              <a:defRPr sz="2200"/>
            </a:pPr>
            <a:r>
              <a:t>• 버그 수정: `opencode run "Fix this bug"`</a:t>
            </a:r>
          </a:p>
          <a:p>
            <a:pPr>
              <a:spcBef>
                <a:spcPts val="1400"/>
              </a:spcBef>
              <a:defRPr sz="2200"/>
            </a:pPr>
            <a:r>
              <a:t>• 리팩토링: `opencode run "Refactor this code"`</a:t>
            </a:r>
          </a:p>
          <a:p>
            <a:pPr>
              <a:spcBef>
                <a:spcPts val="1400"/>
              </a:spcBef>
              <a:defRPr sz="2200"/>
            </a:pPr>
            <a:r>
              <a:t>• 테스트 생성: `opencode run "Write tests for"`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oh-my-opencode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oh-my-opencode란?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OpenCode 기반 멀티 에이전트 오케스트레이션</a:t>
            </a:r>
          </a:p>
          <a:p>
            <a:pPr>
              <a:spcBef>
                <a:spcPts val="1400"/>
              </a:spcBef>
              <a:defRPr sz="2200"/>
            </a:pPr>
            <a:r>
              <a:t>• 여러 AI 에이전트를 동시에 작업</a:t>
            </a:r>
          </a:p>
          <a:p>
            <a:pPr>
              <a:spcBef>
                <a:spcPts val="1400"/>
              </a:spcBef>
              <a:defRPr sz="2200"/>
            </a:pPr>
            <a:r>
              <a:t>• Plan → Explore → Build 모드</a:t>
            </a:r>
          </a:p>
          <a:p>
            <a:pPr>
              <a:spcBef>
                <a:spcPts val="1400"/>
              </a:spcBef>
              <a:defRPr sz="2200"/>
            </a:pPr>
            <a:r>
              <a:t>• 프로젝트 전체 자동화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설치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npm으로 전역 설치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npm install -g oh-my-opencode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또는 npx로 실행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npx oh-my-opencode install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옵션: TUI 없이 설치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npx oh-my-opencode install --no-tui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에이전트 시스템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주요 에이전트</a:t>
            </a:r>
          </a:p>
          <a:p>
            <a:pPr>
              <a:spcBef>
                <a:spcPts val="1000"/>
              </a:spcBef>
              <a:defRPr sz="1800"/>
            </a:pPr>
            <a:r>
              <a:t>• Sisyphus - 메인 오케스트레이터</a:t>
            </a:r>
          </a:p>
          <a:p>
            <a:pPr>
              <a:spcBef>
                <a:spcPts val="1000"/>
              </a:spcBef>
              <a:defRPr sz="1800"/>
            </a:pPr>
            <a:r>
              <a:t>• Prometheus - 플래닝/분석</a:t>
            </a:r>
          </a:p>
          <a:p>
            <a:pPr>
              <a:spcBef>
                <a:spcPts val="1000"/>
              </a:spcBef>
              <a:defRPr sz="1800"/>
            </a:pPr>
            <a:r>
              <a:t>• Oracle - 디버깅/아키텍처</a:t>
            </a:r>
          </a:p>
          <a:p>
            <a:pPr>
              <a:spcBef>
                <a:spcPts val="1000"/>
              </a:spcBef>
              <a:defRPr sz="1800"/>
            </a:pPr>
            <a:r>
              <a:t>• Momus - QA/검증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실행 모드</a:t>
            </a:r>
          </a:p>
          <a:p>
            <a:pPr>
              <a:spcBef>
                <a:spcPts val="1000"/>
              </a:spcBef>
              <a:defRPr sz="1800"/>
            </a:pPr>
            <a:r>
              <a:t>• Plan mode - 작업 계획</a:t>
            </a:r>
          </a:p>
          <a:p>
            <a:pPr>
              <a:spcBef>
                <a:spcPts val="1000"/>
              </a:spcBef>
              <a:defRPr sz="1800"/>
            </a:pPr>
            <a:r>
              <a:t>• Explore mode - 코드 분석</a:t>
            </a:r>
          </a:p>
          <a:p>
            <a:pPr>
              <a:spcBef>
                <a:spcPts val="1000"/>
              </a:spcBef>
              <a:defRPr sz="1800"/>
            </a:pPr>
            <a:r>
              <a:t>• Build mode - 실제 구현</a:t>
            </a:r>
          </a:p>
          <a:p>
            <a:pPr>
              <a:spcBef>
                <a:spcPts val="1000"/>
              </a:spcBef>
              <a:defRPr sz="1800"/>
            </a:pPr>
            <a:r>
              <a:t>• Analyze mode - 복합 분석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기본 사용법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대시보드 열기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oh-my-opencode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특정 폴더에서 실행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cd myproject &amp;&amp; oh-my-opencode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# 특정 작업 실행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oh-my-opencode --task "Create a login feature"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설정 파일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config.yaml 예시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model: claude-3-5-sonnet-20241022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providers: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anthropic: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api_key: ${ANTHROPIC_API_KEY}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openai: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  api_key: ${OPENAI_API_KEY}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editor: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theme: terminal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  tab_size: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설정 파일 위치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~/.config/opencode/config.yaml</a:t>
            </a:r>
          </a:p>
          <a:p>
            <a:pPr>
              <a:spcBef>
                <a:spcPts val="1400"/>
              </a:spcBef>
              <a:defRPr sz="2200"/>
            </a:pPr>
            <a:r>
              <a:t>• 프로젝트 디렉토리: .opencode/config.yaml</a:t>
            </a:r>
          </a:p>
          <a:p>
            <a:pPr>
              <a:spcBef>
                <a:spcPts val="1400"/>
              </a:spcBef>
              <a:defRPr sz="2200"/>
            </a:pPr>
            <a:r>
              <a:t>• 환경 변수: ANTHROPIC_API_KEY, OPENAI_API_KEY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요약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OpenCode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설치: curl -fsSL https://opencode.ai/install | bash</a:t>
            </a:r>
          </a:p>
          <a:p>
            <a:pPr>
              <a:spcBef>
                <a:spcPts val="1400"/>
              </a:spcBef>
              <a:defRPr sz="2200"/>
            </a:pPr>
            <a:r>
              <a:t>• 설정: opencode auth login 또는 환경 변수</a:t>
            </a:r>
          </a:p>
          <a:p>
            <a:pPr>
              <a:spcBef>
                <a:spcPts val="1400"/>
              </a:spcBef>
              <a:defRPr sz="2200"/>
            </a:pPr>
            <a:r>
              <a:t>• 사용: opencode로 대화형 TUI 실행</a:t>
            </a:r>
          </a:p>
          <a:p>
            <a:pPr>
              <a:spcBef>
                <a:spcPts val="1400"/>
              </a:spcBef>
              <a:defRPr sz="2200"/>
            </a:pPr>
            <a:r>
              <a:t>• oh-my-opencode: 멀티 에이전트 자동화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선택 가이드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단순 코딩</a:t>
            </a:r>
          </a:p>
          <a:p>
            <a:pPr>
              <a:spcBef>
                <a:spcPts val="1000"/>
              </a:spcBef>
              <a:defRPr sz="1800"/>
            </a:pPr>
            <a:r>
              <a:t>• OpenCode 직접 사용</a:t>
            </a:r>
          </a:p>
          <a:p>
            <a:pPr>
              <a:spcBef>
                <a:spcPts val="1000"/>
              </a:spcBef>
              <a:defRPr sz="1800"/>
            </a:pPr>
            <a:r>
              <a:t>• 원하는 모델 선택 가능</a:t>
            </a:r>
          </a:p>
          <a:p>
            <a:pPr>
              <a:spcBef>
                <a:spcPts val="1000"/>
              </a:spcBef>
              <a:defRPr sz="1800"/>
            </a:pPr>
            <a:r>
              <a:t>• 低成本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복잡한 프로젝트</a:t>
            </a:r>
          </a:p>
          <a:p>
            <a:pPr>
              <a:spcBef>
                <a:spcPts val="1000"/>
              </a:spcBef>
              <a:defRPr sz="1800"/>
            </a:pPr>
            <a:r>
              <a:t>• oh-my-opencode 사용</a:t>
            </a:r>
          </a:p>
          <a:p>
            <a:pPr>
              <a:spcBef>
                <a:spcPts val="1000"/>
              </a:spcBef>
              <a:defRPr sz="1800"/>
            </a:pPr>
            <a:r>
              <a:t>• 멀티 에이전트 협업</a:t>
            </a:r>
          </a:p>
          <a:p>
            <a:pPr>
              <a:spcBef>
                <a:spcPts val="1000"/>
              </a:spcBef>
              <a:defRPr sz="1800"/>
            </a:pPr>
            <a:r>
              <a:t>• 자동화된 플로우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다음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실제로opencode 사용해보기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