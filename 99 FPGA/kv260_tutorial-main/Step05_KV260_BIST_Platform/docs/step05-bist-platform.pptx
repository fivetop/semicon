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05: KV260 BIST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Built-In Self-Test 플랫폼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BIST 플랫폼 이해</a:t>
            </a:r>
          </a:p>
          <a:p>
            <a:pPr>
              <a:defRPr sz="2000"/>
            </a:pPr>
            <a:r>
              <a:t>• KV260 비전AI 아키텍처</a:t>
            </a:r>
          </a:p>
          <a:p>
            <a:pPr>
              <a:defRPr sz="2000"/>
            </a:pPr>
            <a:r>
              <a:t>• 전체 시스템 통합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BIST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메모리 테스트</a:t>
            </a:r>
          </a:p>
          <a:p>
            <a:pPr>
              <a:defRPr sz="2000"/>
            </a:pPr>
            <a:r>
              <a:t>• 패턴 테스트</a:t>
            </a:r>
          </a:p>
          <a:p>
            <a:pPr>
              <a:defRPr sz="2000"/>
            </a:pPr>
            <a:r>
              <a:t>• 자체 진단 기능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KV260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Zynq UltraScale+ MPSoC</a:t>
            </a:r>
          </a:p>
          <a:p>
            <a:pPr>
              <a:defRPr sz="2000"/>
            </a:pPr>
            <a:r>
              <a:t>• MIPI CSI-2, VCU</a:t>
            </a:r>
          </a:p>
          <a:p>
            <a:pPr>
              <a:defRPr sz="2000"/>
            </a:pPr>
            <a:r>
              <a:t>• DisplayPort, Ethernet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블록 디자인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Zynq PS + AXI BRAM</a:t>
            </a:r>
          </a:p>
          <a:p>
            <a:pPr>
              <a:defRPr sz="2000"/>
            </a:pPr>
            <a:r>
              <a:t>• Clocking Wizard</a:t>
            </a:r>
          </a:p>
          <a:p>
            <a:pPr>
              <a:defRPr sz="2000"/>
            </a:pPr>
            <a:r>
              <a:t>• Processor Reset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XSA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make xsa 명령</a:t>
            </a:r>
          </a:p>
          <a:p>
            <a:pPr>
              <a:defRPr sz="2000"/>
            </a:pPr>
            <a:r>
              <a:t>• 플랫폼 익스포트</a:t>
            </a:r>
          </a:p>
          <a:p>
            <a:pPr>
              <a:defRPr sz="2000"/>
            </a:pPr>
            <a:r>
              <a:t>• Vitis 연동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MIPI 카메라 캡처</a:t>
            </a:r>
          </a:p>
          <a:p>
            <a:pPr>
              <a:defRPr sz="2000"/>
            </a:pPr>
            <a:r>
              <a:t>• VCU 인코딩</a:t>
            </a:r>
          </a:p>
          <a:p>
            <a:pPr>
              <a:defRPr sz="2000"/>
            </a:pPr>
            <a:r>
              <a:t>• DisplayPort 출력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