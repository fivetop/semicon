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54" r:id="rId1"/>
  </p:sldMasterIdLst>
  <p:notesMasterIdLst>
    <p:notesMasterId r:id="rId7"/>
  </p:notesMasterIdLst>
  <p:handoutMasterIdLst>
    <p:handoutMasterId r:id="rId8"/>
  </p:handoutMasterIdLst>
  <p:sldIdLst>
    <p:sldId id="4633" r:id="rId2"/>
    <p:sldId id="3846" r:id="rId3"/>
    <p:sldId id="4377" r:id="rId4"/>
    <p:sldId id="3864" r:id="rId5"/>
    <p:sldId id="4464" r:id="rId6"/>
  </p:sldIdLst>
  <p:sldSz cx="9144000" cy="6858000" type="screen4x3"/>
  <p:notesSz cx="6735763" cy="9866313"/>
  <p:embeddedFontLst>
    <p:embeddedFont>
      <p:font typeface="돋움체" panose="020B0609000101010101" pitchFamily="49" charset="-127"/>
      <p:regular r:id="rId9"/>
    </p:embeddedFont>
    <p:embeddedFont>
      <p:font typeface="굴림" panose="020B0600000101010101" pitchFamily="34" charset="-127"/>
      <p:regular r:id="rId10"/>
    </p:embeddedFont>
    <p:embeddedFont>
      <p:font typeface="나눔바른펜" panose="020B0604020202020204" charset="-127"/>
      <p:regular r:id="rId11"/>
      <p:bold r:id="rId12"/>
    </p:embeddedFont>
    <p:embeddedFont>
      <p:font typeface="Tahoma" panose="020B0604030504040204" pitchFamily="34" charset="0"/>
      <p:regular r:id="rId13"/>
      <p:bold r:id="rId14"/>
    </p:embeddedFont>
  </p:embeddedFontLst>
  <p:defaultTextStyle>
    <a:defPPr>
      <a:defRPr lang="ko-KR"/>
    </a:defPPr>
    <a:lvl1pPr algn="ctr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SimHei" pitchFamily="2" charset="-122"/>
        <a:cs typeface="+mn-cs"/>
      </a:defRPr>
    </a:lvl1pPr>
    <a:lvl2pPr marL="457200" algn="ctr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SimHei" pitchFamily="2" charset="-122"/>
        <a:cs typeface="+mn-cs"/>
      </a:defRPr>
    </a:lvl2pPr>
    <a:lvl3pPr marL="914400" algn="ctr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SimHei" pitchFamily="2" charset="-122"/>
        <a:cs typeface="+mn-cs"/>
      </a:defRPr>
    </a:lvl3pPr>
    <a:lvl4pPr marL="1371600" algn="ctr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SimHei" pitchFamily="2" charset="-122"/>
        <a:cs typeface="+mn-cs"/>
      </a:defRPr>
    </a:lvl4pPr>
    <a:lvl5pPr marL="1828800" algn="ctr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SimHei" pitchFamily="2" charset="-122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Arial" charset="0"/>
        <a:ea typeface="SimHei" pitchFamily="2" charset="-122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Arial" charset="0"/>
        <a:ea typeface="SimHei" pitchFamily="2" charset="-122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Arial" charset="0"/>
        <a:ea typeface="SimHei" pitchFamily="2" charset="-122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Arial" charset="0"/>
        <a:ea typeface="SimHei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46761D9-0842-48AD-BA03-414300612FFB}">
          <p14:sldIdLst>
            <p14:sldId id="4633"/>
            <p14:sldId id="3846"/>
            <p14:sldId id="4377"/>
            <p14:sldId id="3864"/>
            <p14:sldId id="4464"/>
          </p14:sldIdLst>
        </p14:section>
        <p14:section name="기본 구역" id="{C66818B1-368E-4494-B6BD-DA86C6D0EA69}">
          <p14:sldIdLst/>
        </p14:section>
        <p14:section name="기본 구역" id="{241A686F-0E8C-441D-86A2-80BC55BC7EFE}">
          <p14:sldIdLst/>
        </p14:section>
        <p14:section name="제목 없는 구역" id="{FF52180B-C499-42D7-B402-3AEA941F160B}">
          <p14:sldIdLst/>
        </p14:section>
        <p14:section name="제목 없는 구역" id="{BE9F9E07-FC51-4401-ACA5-8FC084C9F657}">
          <p14:sldIdLst/>
        </p14:section>
        <p14:section name="제목 없는 구역" id="{3A1AC23D-C01B-4B9E-9E9D-8A1773B01E2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434" userDrawn="1">
          <p15:clr>
            <a:srgbClr val="A4A3A4"/>
          </p15:clr>
        </p15:guide>
        <p15:guide id="2" orient="horz" pos="216" userDrawn="1">
          <p15:clr>
            <a:srgbClr val="A4A3A4"/>
          </p15:clr>
        </p15:guide>
        <p15:guide id="3" pos="314" userDrawn="1">
          <p15:clr>
            <a:srgbClr val="A4A3A4"/>
          </p15:clr>
        </p15:guide>
        <p15:guide id="4" pos="2878" userDrawn="1">
          <p15:clr>
            <a:srgbClr val="A4A3A4"/>
          </p15:clr>
        </p15:guide>
        <p15:guide id="5" pos="40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6" userDrawn="1">
          <p15:clr>
            <a:srgbClr val="A4A3A4"/>
          </p15:clr>
        </p15:guide>
        <p15:guide id="2" pos="2123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천범익" initials="천" lastIdx="0" clrIdx="0">
    <p:extLst>
      <p:ext uri="{19B8F6BF-5375-455C-9EA6-DF929625EA0E}">
        <p15:presenceInfo xmlns:p15="http://schemas.microsoft.com/office/powerpoint/2012/main" userId="c4920c4f7ec7588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3333FF"/>
    <a:srgbClr val="0066FF"/>
    <a:srgbClr val="C6E6A2"/>
    <a:srgbClr val="FFFFFF"/>
    <a:srgbClr val="E6E6E6"/>
    <a:srgbClr val="008000"/>
    <a:srgbClr val="E3F3D1"/>
    <a:srgbClr val="66FFCC"/>
    <a:srgbClr val="C8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B1E423-2C07-F3C8-49B8-3A031ADAD652}" v="1" dt="2026-03-20T02:29:43.821"/>
    <p1510:client id="{A92D10C1-5658-7E84-6FC2-046AD1B5806E}" v="2" dt="2026-03-20T01:59:10.1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434"/>
        <p:guide orient="horz" pos="216"/>
        <p:guide pos="314"/>
        <p:guide pos="2878"/>
        <p:guide pos="40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6"/>
        <p:guide pos="212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920538" cy="49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8" tIns="46900" rIns="93798" bIns="46900" numCol="1" anchor="t" anchorCtr="0" compatLnSpc="1">
            <a:prstTxWarp prst="textNoShape">
              <a:avLst/>
            </a:prstTxWarp>
          </a:bodyPr>
          <a:lstStyle>
            <a:lvl1pPr algn="l" defTabSz="939490">
              <a:defRPr sz="1300" b="1">
                <a:latin typeface="돋움체" pitchFamily="49" charset="-127"/>
                <a:ea typeface="돋움체" pitchFamily="49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5228" y="2"/>
            <a:ext cx="2920537" cy="49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8" tIns="46900" rIns="93798" bIns="46900" numCol="1" anchor="t" anchorCtr="0" compatLnSpc="1">
            <a:prstTxWarp prst="textNoShape">
              <a:avLst/>
            </a:prstTxWarp>
          </a:bodyPr>
          <a:lstStyle>
            <a:lvl1pPr algn="r" defTabSz="939490">
              <a:defRPr sz="1300" b="1">
                <a:latin typeface="돋움체" pitchFamily="49" charset="-127"/>
                <a:ea typeface="돋움체" pitchFamily="49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375063"/>
            <a:ext cx="2920538" cy="49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8" tIns="46900" rIns="93798" bIns="46900" numCol="1" anchor="b" anchorCtr="0" compatLnSpc="1">
            <a:prstTxWarp prst="textNoShape">
              <a:avLst/>
            </a:prstTxWarp>
          </a:bodyPr>
          <a:lstStyle>
            <a:lvl1pPr algn="l" defTabSz="939490">
              <a:defRPr sz="1300" b="1">
                <a:latin typeface="돋움체" pitchFamily="49" charset="-127"/>
                <a:ea typeface="돋움체" pitchFamily="49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5228" y="9375063"/>
            <a:ext cx="2920537" cy="49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8" tIns="46900" rIns="93798" bIns="46900" numCol="1" anchor="b" anchorCtr="0" compatLnSpc="1">
            <a:prstTxWarp prst="textNoShape">
              <a:avLst/>
            </a:prstTxWarp>
          </a:bodyPr>
          <a:lstStyle>
            <a:lvl1pPr algn="r" defTabSz="939490">
              <a:defRPr sz="1300" b="1">
                <a:latin typeface="돋움체" pitchFamily="49" charset="-127"/>
                <a:ea typeface="돋움체" pitchFamily="49" charset="-127"/>
              </a:defRPr>
            </a:lvl1pPr>
          </a:lstStyle>
          <a:p>
            <a:pPr>
              <a:defRPr/>
            </a:pPr>
            <a:fld id="{56B1D097-22F7-4137-8CD1-04BA602C98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98717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920538" cy="49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8" tIns="46900" rIns="93798" bIns="46900" numCol="1" anchor="t" anchorCtr="0" compatLnSpc="1">
            <a:prstTxWarp prst="textNoShape">
              <a:avLst/>
            </a:prstTxWarp>
          </a:bodyPr>
          <a:lstStyle>
            <a:lvl1pPr algn="l" defTabSz="939490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228" y="2"/>
            <a:ext cx="2920537" cy="49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8" tIns="46900" rIns="93798" bIns="46900" numCol="1" anchor="t" anchorCtr="0" compatLnSpc="1">
            <a:prstTxWarp prst="textNoShape">
              <a:avLst/>
            </a:prstTxWarp>
          </a:bodyPr>
          <a:lstStyle>
            <a:lvl1pPr algn="r" defTabSz="939490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38188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6195" y="4687533"/>
            <a:ext cx="4943375" cy="443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8" tIns="46900" rIns="93798" bIns="469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75063"/>
            <a:ext cx="2920538" cy="49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8" tIns="46900" rIns="93798" bIns="46900" numCol="1" anchor="b" anchorCtr="0" compatLnSpc="1">
            <a:prstTxWarp prst="textNoShape">
              <a:avLst/>
            </a:prstTxWarp>
          </a:bodyPr>
          <a:lstStyle>
            <a:lvl1pPr algn="l" defTabSz="939490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228" y="9375063"/>
            <a:ext cx="2920537" cy="49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8" tIns="46900" rIns="93798" bIns="46900" numCol="1" anchor="b" anchorCtr="0" compatLnSpc="1">
            <a:prstTxWarp prst="textNoShape">
              <a:avLst/>
            </a:prstTxWarp>
          </a:bodyPr>
          <a:lstStyle>
            <a:lvl1pPr algn="r" defTabSz="939490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1B28139-393C-49D6-B563-0F32327A64E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82400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B72298-E9DE-40AF-A08C-B9B0593F7257}"/>
              </a:ext>
            </a:extLst>
          </p:cNvPr>
          <p:cNvSpPr txBox="1"/>
          <p:nvPr userDrawn="1"/>
        </p:nvSpPr>
        <p:spPr>
          <a:xfrm>
            <a:off x="9288" y="6629531"/>
            <a:ext cx="91347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>
                <a:latin typeface="나눔바른펜" panose="020B0503000000000000" pitchFamily="50" charset="-127"/>
                <a:ea typeface="나눔바른펜" panose="020B0503000000000000" pitchFamily="50" charset="-127"/>
              </a:rPr>
              <a:t>글로벌 반도체설계 전문가과정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ko-KR" sz="1000">
                <a:latin typeface="나눔바른펜" panose="020B0503000000000000" pitchFamily="50" charset="-127"/>
                <a:ea typeface="나눔바른펜" panose="020B0503000000000000" pitchFamily="50" charset="-127"/>
              </a:rPr>
              <a:t>	</a:t>
            </a:r>
            <a:r>
              <a:rPr lang="en-US" altLang="ko-KR" sz="1000" baseline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      </a:t>
            </a:r>
            <a:r>
              <a:rPr lang="en-US" altLang="ko-KR" sz="1000">
                <a:latin typeface="나눔바른펜" panose="020B0503000000000000" pitchFamily="50" charset="-127"/>
                <a:ea typeface="나눔바른펜" panose="020B0503000000000000" pitchFamily="50" charset="-127"/>
              </a:rPr>
              <a:t>2025.09</a:t>
            </a:r>
            <a:endParaRPr lang="ko-KR" altLang="en-US" sz="100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C673A0EF-3F92-4DFD-9BF9-0608D93087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76" y="711036"/>
            <a:ext cx="8203934" cy="5709105"/>
          </a:xfrm>
          <a:prstGeom prst="rect">
            <a:avLst/>
          </a:prstGeom>
        </p:spPr>
        <p:txBody>
          <a:bodyPr/>
          <a:lstStyle>
            <a:lvl1pPr marL="268288" indent="-268288" latinLnBrk="0">
              <a:lnSpc>
                <a:spcPct val="13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"/>
              <a:defRPr sz="1600" b="0">
                <a:latin typeface="나눔바른펜" panose="020B0503000000000000" pitchFamily="50" charset="-127"/>
                <a:ea typeface="나눔바른펜" panose="020B0503000000000000" pitchFamily="50" charset="-127"/>
                <a:cs typeface="Arial" panose="020B0604020202020204" pitchFamily="34" charset="0"/>
              </a:defRPr>
            </a:lvl1pPr>
            <a:lvl2pPr marL="538163" indent="-269875" latinLnBrk="0">
              <a:lnSpc>
                <a:spcPct val="130000"/>
              </a:lnSpc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"/>
              <a:defRPr sz="1400" b="0">
                <a:latin typeface="나눔바른펜" panose="020B0503000000000000" pitchFamily="50" charset="-127"/>
                <a:ea typeface="나눔바른펜" panose="020B0503000000000000" pitchFamily="50" charset="-127"/>
                <a:cs typeface="Arial" panose="020B0604020202020204" pitchFamily="34" charset="0"/>
              </a:defRPr>
            </a:lvl2pPr>
            <a:lvl3pPr marL="717550" indent="-269875" latinLnBrk="0">
              <a:lnSpc>
                <a:spcPct val="130000"/>
              </a:lnSpc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"/>
              <a:defRPr sz="1400" b="0">
                <a:latin typeface="나눔바른펜" panose="020B0503000000000000" pitchFamily="50" charset="-127"/>
                <a:ea typeface="나눔바른펜" panose="020B0503000000000000" pitchFamily="50" charset="-127"/>
                <a:cs typeface="Arial" panose="020B0604020202020204" pitchFamily="34" charset="0"/>
              </a:defRPr>
            </a:lvl3pPr>
            <a:lvl4pPr marL="985838" indent="-268288" latinLnBrk="0">
              <a:lnSpc>
                <a:spcPct val="130000"/>
              </a:lnSpc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"/>
              <a:defRPr sz="1400" b="0">
                <a:latin typeface="나눔바른펜" panose="020B0503000000000000" pitchFamily="50" charset="-127"/>
                <a:ea typeface="나눔바른펜" panose="020B0503000000000000" pitchFamily="50" charset="-127"/>
                <a:cs typeface="Arial" panose="020B0604020202020204" pitchFamily="34" charset="0"/>
              </a:defRPr>
            </a:lvl4pPr>
            <a:lvl5pPr marL="1255713" indent="-269875" latinLnBrk="0">
              <a:lnSpc>
                <a:spcPct val="130000"/>
              </a:lnSpc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"/>
              <a:defRPr sz="1400" b="0">
                <a:latin typeface="나눔바른펜" panose="020B0503000000000000" pitchFamily="50" charset="-127"/>
                <a:ea typeface="나눔바른펜" panose="020B0503000000000000" pitchFamily="50" charset="-127"/>
                <a:cs typeface="Arial" panose="020B0604020202020204" pitchFamily="34" charset="0"/>
              </a:defRPr>
            </a:lvl5pPr>
            <a:lvl6pPr marL="1438275" indent="-274638">
              <a:buSzPct val="70000"/>
              <a:buFont typeface="Wingdings" panose="05000000000000000000" pitchFamily="2" charset="2"/>
              <a:buChar char=""/>
              <a:defRPr sz="1400">
                <a:latin typeface="나눔바른펜" panose="020B0503000000000000" pitchFamily="50" charset="-127"/>
                <a:ea typeface="나눔바른펜" panose="020B0503000000000000" pitchFamily="50" charset="-127"/>
              </a:defRPr>
            </a:lvl6pPr>
          </a:lstStyle>
          <a:p>
            <a:pPr lvl="0"/>
            <a:r>
              <a:rPr lang="ko-KR" altLang="en-US"/>
              <a:t>마스터 텍스트 스타일 편집</a:t>
            </a:r>
            <a:r>
              <a:rPr lang="en-US" altLang="ko-KR"/>
              <a:t>aa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r>
              <a:rPr lang="en-US" altLang="ko-KR"/>
              <a:t>aa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r>
              <a:rPr lang="en-US" altLang="ko-KR"/>
              <a:t>aa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r>
              <a:rPr lang="en-US" altLang="ko-KR"/>
              <a:t>aa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r>
              <a:rPr lang="en-US" altLang="ko-KR"/>
              <a:t>aa</a:t>
            </a:r>
          </a:p>
          <a:p>
            <a:pPr lvl="5"/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72F64FCA-DFA0-4B4F-AE0A-B671A1496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0914" y="6638350"/>
            <a:ext cx="612000" cy="216000"/>
          </a:xfrm>
          <a:prstGeom prst="rect">
            <a:avLst/>
          </a:prstGeom>
        </p:spPr>
        <p:txBody>
          <a:bodyPr anchor="b" anchorCtr="1"/>
          <a:lstStyle>
            <a:lvl1pPr>
              <a:defRPr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defRPr>
            </a:lvl1pPr>
          </a:lstStyle>
          <a:p>
            <a:r>
              <a:rPr lang="en-US" altLang="ko-KR"/>
              <a:t>-(</a:t>
            </a:r>
            <a:fld id="{48D15B07-8482-4CE3-AB6D-DBD052438996}" type="slidenum">
              <a:rPr lang="ko-KR" altLang="en-US" smtClean="0"/>
              <a:pPr/>
              <a:t>‹#›</a:t>
            </a:fld>
            <a:r>
              <a:rPr lang="en-US" altLang="ko-KR"/>
              <a:t>)-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56536-ACD8-453B-A49E-1AA5261692A4}"/>
              </a:ext>
            </a:extLst>
          </p:cNvPr>
          <p:cNvSpPr txBox="1"/>
          <p:nvPr userDrawn="1"/>
        </p:nvSpPr>
        <p:spPr>
          <a:xfrm>
            <a:off x="9288" y="6629531"/>
            <a:ext cx="91347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>
                <a:latin typeface="나눔바른펜" panose="020B0503000000000000" pitchFamily="50" charset="-127"/>
                <a:ea typeface="나눔바른펜" panose="020B0503000000000000" pitchFamily="50" charset="-127"/>
              </a:rPr>
              <a:t>글로벌 반도체설계 전문가과정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ko-KR" sz="1000">
                <a:latin typeface="나눔바른펜" panose="020B0503000000000000" pitchFamily="50" charset="-127"/>
                <a:ea typeface="나눔바른펜" panose="020B0503000000000000" pitchFamily="50" charset="-127"/>
              </a:rPr>
              <a:t>	</a:t>
            </a:r>
            <a:r>
              <a:rPr lang="en-US" altLang="ko-KR" sz="1000" baseline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      </a:t>
            </a:r>
            <a:r>
              <a:rPr lang="en-US" altLang="ko-KR" sz="1000">
                <a:latin typeface="나눔바른펜" panose="020B0503000000000000" pitchFamily="50" charset="-127"/>
                <a:ea typeface="나눔바른펜" panose="020B0503000000000000" pitchFamily="50" charset="-127"/>
              </a:rPr>
              <a:t>2025.09</a:t>
            </a:r>
            <a:endParaRPr lang="ko-KR" altLang="en-US" sz="100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45DC2DC7-8131-4BCB-B2C6-613131F19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1257" y="102457"/>
            <a:ext cx="8628361" cy="401638"/>
          </a:xfrm>
          <a:prstGeom prst="rect">
            <a:avLst/>
          </a:prstGeom>
          <a:solidFill>
            <a:srgbClr val="E5EAFF"/>
          </a:solidFill>
        </p:spPr>
        <p:txBody>
          <a:bodyPr tIns="46800" bIns="46800" anchor="ctr" anchorCtr="0"/>
          <a:lstStyle>
            <a:lvl1pPr marL="179388" indent="0" algn="l" defTabSz="627063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>
                <a:tab pos="809625" algn="l"/>
              </a:tabLst>
              <a:defRPr kumimoji="1" lang="ko-KR" altLang="en-US" sz="1800" b="0" i="0" spc="0" baseline="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B01241DD-34EB-4381-A171-BE36D3581A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6039" y="496977"/>
            <a:ext cx="3987555" cy="214059"/>
          </a:xfrm>
          <a:prstGeom prst="rect">
            <a:avLst/>
          </a:prstGeom>
          <a:noFill/>
        </p:spPr>
        <p:txBody>
          <a:bodyPr tIns="0" bIns="0" anchor="ctr" anchorCtr="0"/>
          <a:lstStyle>
            <a:lvl1pPr marL="0" indent="0" algn="r" defTabSz="627063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>
                <a:tab pos="809625" algn="l"/>
              </a:tabLst>
              <a:defRPr kumimoji="1" lang="ko-KR" altLang="en-US" sz="1100" b="0" i="0" spc="0" baseline="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  <a:r>
              <a:rPr lang="en-US" altLang="ko-KR"/>
              <a:t>aAa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37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-No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72F64FCA-DFA0-4B4F-AE0A-B671A1496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04664" y="6645276"/>
            <a:ext cx="597274" cy="216000"/>
          </a:xfrm>
          <a:prstGeom prst="rect">
            <a:avLst/>
          </a:prstGeom>
        </p:spPr>
        <p:txBody>
          <a:bodyPr anchor="b" anchorCtr="1"/>
          <a:lstStyle>
            <a:lvl1pPr>
              <a:defRPr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defRPr>
            </a:lvl1pPr>
          </a:lstStyle>
          <a:p>
            <a:r>
              <a:rPr lang="en-US" altLang="ko-KR"/>
              <a:t>-(</a:t>
            </a:r>
            <a:fld id="{48D15B07-8482-4CE3-AB6D-DBD052438996}" type="slidenum">
              <a:rPr lang="ko-KR" altLang="en-US" smtClean="0"/>
              <a:pPr/>
              <a:t>‹#›</a:t>
            </a:fld>
            <a:r>
              <a:rPr lang="en-US" altLang="ko-KR"/>
              <a:t>)-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56536-ACD8-453B-A49E-1AA5261692A4}"/>
              </a:ext>
            </a:extLst>
          </p:cNvPr>
          <p:cNvSpPr txBox="1"/>
          <p:nvPr userDrawn="1"/>
        </p:nvSpPr>
        <p:spPr>
          <a:xfrm>
            <a:off x="9288" y="6629531"/>
            <a:ext cx="91347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>
                <a:latin typeface="나눔바른펜" panose="020B0503000000000000" pitchFamily="50" charset="-127"/>
                <a:ea typeface="나눔바른펜" panose="020B0503000000000000" pitchFamily="50" charset="-127"/>
              </a:rPr>
              <a:t>글로벌 반도체설계 전문가과정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ko-KR" sz="1000">
                <a:latin typeface="나눔바른펜" panose="020B0503000000000000" pitchFamily="50" charset="-127"/>
                <a:ea typeface="나눔바른펜" panose="020B0503000000000000" pitchFamily="50" charset="-127"/>
              </a:rPr>
              <a:t>	</a:t>
            </a:r>
            <a:r>
              <a:rPr lang="en-US" altLang="ko-KR" sz="1000" baseline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      </a:t>
            </a:r>
            <a:r>
              <a:rPr lang="en-US" altLang="ko-KR" sz="1000">
                <a:latin typeface="나눔바른펜" panose="020B0503000000000000" pitchFamily="50" charset="-127"/>
                <a:ea typeface="나눔바른펜" panose="020B0503000000000000" pitchFamily="50" charset="-127"/>
              </a:rPr>
              <a:t>2025.09</a:t>
            </a:r>
            <a:endParaRPr lang="ko-KR" altLang="en-US" sz="100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06E9005F-B12D-4D47-A929-B69723281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257" y="102457"/>
            <a:ext cx="8628361" cy="401638"/>
          </a:xfrm>
          <a:prstGeom prst="rect">
            <a:avLst/>
          </a:prstGeom>
          <a:solidFill>
            <a:srgbClr val="E5EAFF"/>
          </a:solidFill>
        </p:spPr>
        <p:txBody>
          <a:bodyPr bIns="36000" anchor="ctr" anchorCtr="0"/>
          <a:lstStyle>
            <a:lvl1pPr marL="179388" indent="0" algn="l" defTabSz="627063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>
                <a:tab pos="809625" algn="l"/>
              </a:tabLst>
              <a:defRPr kumimoji="1" lang="ko-KR" altLang="en-US" sz="1800" b="0" i="0" spc="0" baseline="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  <a:r>
              <a:rPr lang="en-US" altLang="ko-KR"/>
              <a:t>aAa</a:t>
            </a:r>
            <a:endParaRPr lang="ko-KR" altLang="en-US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6469A660-A27B-4109-849E-C3E79035A6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6039" y="496977"/>
            <a:ext cx="3987555" cy="214059"/>
          </a:xfrm>
          <a:prstGeom prst="rect">
            <a:avLst/>
          </a:prstGeom>
          <a:noFill/>
        </p:spPr>
        <p:txBody>
          <a:bodyPr tIns="0" bIns="0" anchor="ctr" anchorCtr="0"/>
          <a:lstStyle>
            <a:lvl1pPr marL="0" indent="0" algn="r" defTabSz="627063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>
                <a:tab pos="809625" algn="l"/>
              </a:tabLst>
              <a:defRPr kumimoji="1" lang="ko-KR" altLang="en-US" sz="1100" b="0" i="0" spc="0" baseline="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  <a:r>
              <a:rPr lang="en-US" altLang="ko-KR"/>
              <a:t>aAa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26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-No Text Mp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221420-5A37-47F4-AAD4-5A3BB5D0E05F}"/>
              </a:ext>
            </a:extLst>
          </p:cNvPr>
          <p:cNvSpPr txBox="1"/>
          <p:nvPr userDrawn="1"/>
        </p:nvSpPr>
        <p:spPr>
          <a:xfrm>
            <a:off x="9288" y="6629531"/>
            <a:ext cx="91347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>
                <a:latin typeface="나눔바른펜" panose="020B0503000000000000" pitchFamily="50" charset="-127"/>
                <a:ea typeface="나눔바른펜" panose="020B0503000000000000" pitchFamily="50" charset="-127"/>
              </a:rPr>
              <a:t>글로벌 반도체설계 전문가과정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ko-KR" sz="1000">
                <a:latin typeface="나눔바른펜" panose="020B0503000000000000" pitchFamily="50" charset="-127"/>
                <a:ea typeface="나눔바른펜" panose="020B0503000000000000" pitchFamily="50" charset="-127"/>
              </a:rPr>
              <a:t>	</a:t>
            </a:r>
            <a:r>
              <a:rPr lang="en-US" altLang="ko-KR" sz="1000" baseline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      </a:t>
            </a:r>
            <a:r>
              <a:rPr lang="en-US" altLang="ko-KR" sz="1000">
                <a:latin typeface="나눔바른펜" panose="020B0503000000000000" pitchFamily="50" charset="-127"/>
                <a:ea typeface="나눔바른펜" panose="020B0503000000000000" pitchFamily="50" charset="-127"/>
              </a:rPr>
              <a:t>2025.09</a:t>
            </a:r>
            <a:endParaRPr lang="ko-KR" altLang="en-US" sz="100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75CC072F-51AB-4436-A170-B38763FAD0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257" y="102457"/>
            <a:ext cx="8628361" cy="401638"/>
          </a:xfrm>
          <a:prstGeom prst="rect">
            <a:avLst/>
          </a:prstGeom>
          <a:solidFill>
            <a:srgbClr val="E5EAFF"/>
          </a:solidFill>
        </p:spPr>
        <p:txBody>
          <a:bodyPr/>
          <a:lstStyle>
            <a:lvl1pPr marL="179388" indent="0" algn="l" defTabSz="627063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>
                <a:tab pos="809625" algn="l"/>
              </a:tabLst>
              <a:defRPr kumimoji="1" lang="ko-KR" altLang="en-US" sz="1800" b="0" i="0" spc="0" baseline="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  <a:r>
              <a:rPr lang="en-US" altLang="ko-KR"/>
              <a:t>aAa</a:t>
            </a:r>
            <a:endParaRPr lang="ko-KR" altLang="en-US"/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3D818F0A-4F13-46A7-8786-28FA2FA795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6039" y="496977"/>
            <a:ext cx="3987555" cy="214059"/>
          </a:xfrm>
          <a:prstGeom prst="rect">
            <a:avLst/>
          </a:prstGeom>
          <a:noFill/>
        </p:spPr>
        <p:txBody>
          <a:bodyPr tIns="0" bIns="0" anchor="ctr" anchorCtr="0"/>
          <a:lstStyle>
            <a:lvl1pPr marL="0" indent="0" algn="r" defTabSz="627063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itchFamily="2" charset="2"/>
              <a:buNone/>
              <a:tabLst>
                <a:tab pos="809625" algn="l"/>
              </a:tabLst>
              <a:defRPr kumimoji="1" lang="ko-KR" altLang="en-US" sz="1100" b="0" i="0" spc="0" baseline="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  <a:r>
              <a:rPr lang="en-US" altLang="ko-KR"/>
              <a:t>aAa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45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34" r:id="rId2"/>
    <p:sldLayoutId id="2147483737" r:id="rId3"/>
    <p:sldLayoutId id="2147483735" r:id="rId4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Tahoma" pitchFamily="34" charset="0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Tahoma" pitchFamily="34" charset="0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Tahoma" pitchFamily="34" charset="0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Tahoma" pitchFamily="34" charset="0"/>
          <a:ea typeface="굴림" pitchFamily="50" charset="-127"/>
        </a:defRPr>
      </a:lvl9pPr>
    </p:titleStyle>
    <p:bodyStyle>
      <a:lvl1pPr marL="271463" indent="-271463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Char char="l"/>
        <a:defRPr kumimoji="1" sz="2000" b="1">
          <a:solidFill>
            <a:schemeClr val="tx1"/>
          </a:solidFill>
          <a:latin typeface="+mn-lt"/>
          <a:ea typeface="+mn-ea"/>
          <a:cs typeface="+mn-cs"/>
        </a:defRPr>
      </a:lvl1pPr>
      <a:lvl2pPr marL="712788" indent="-261938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Char char="n"/>
        <a:defRPr kumimoji="1">
          <a:solidFill>
            <a:schemeClr val="tx1"/>
          </a:solidFill>
          <a:latin typeface="+mn-lt"/>
          <a:ea typeface="+mn-ea"/>
        </a:defRPr>
      </a:lvl2pPr>
      <a:lvl3pPr marL="1079500" indent="-27622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Char char="u"/>
        <a:defRPr kumimoji="1">
          <a:solidFill>
            <a:schemeClr val="tx1"/>
          </a:solidFill>
          <a:latin typeface="+mn-lt"/>
          <a:ea typeface="+mn-ea"/>
        </a:defRPr>
      </a:lvl3pPr>
      <a:lvl4pPr marL="1435100" indent="-271463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4pPr>
      <a:lvl5pPr marL="1792288" indent="-268288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Ø"/>
        <a:defRPr kumimoji="1">
          <a:solidFill>
            <a:schemeClr val="tx1"/>
          </a:solidFill>
          <a:latin typeface="+mn-lt"/>
          <a:ea typeface="+mn-ea"/>
        </a:defRPr>
      </a:lvl5pPr>
      <a:lvl6pPr marL="2162175" indent="-180975" algn="l" rtl="0" fontAlgn="base" latinLnBrk="1">
        <a:spcBef>
          <a:spcPct val="20000"/>
        </a:spcBef>
        <a:spcAft>
          <a:spcPct val="0"/>
        </a:spcAft>
        <a:buFont typeface="Wingdings" pitchFamily="2" charset="2"/>
        <a:buChar char="Ø"/>
        <a:defRPr kumimoji="1">
          <a:solidFill>
            <a:schemeClr val="tx1"/>
          </a:solidFill>
          <a:latin typeface="+mn-lt"/>
          <a:ea typeface="+mn-ea"/>
        </a:defRPr>
      </a:lvl6pPr>
      <a:lvl7pPr marL="2619375" indent="-180975" algn="l" rtl="0" fontAlgn="base" latinLnBrk="1">
        <a:spcBef>
          <a:spcPct val="20000"/>
        </a:spcBef>
        <a:spcAft>
          <a:spcPct val="0"/>
        </a:spcAft>
        <a:buFont typeface="Wingdings" pitchFamily="2" charset="2"/>
        <a:buChar char="Ø"/>
        <a:defRPr kumimoji="1">
          <a:solidFill>
            <a:schemeClr val="tx1"/>
          </a:solidFill>
          <a:latin typeface="+mn-lt"/>
          <a:ea typeface="+mn-ea"/>
        </a:defRPr>
      </a:lvl7pPr>
      <a:lvl8pPr marL="3076575" indent="-180975" algn="l" rtl="0" fontAlgn="base" latinLnBrk="1">
        <a:spcBef>
          <a:spcPct val="20000"/>
        </a:spcBef>
        <a:spcAft>
          <a:spcPct val="0"/>
        </a:spcAft>
        <a:buFont typeface="Wingdings" pitchFamily="2" charset="2"/>
        <a:buChar char="Ø"/>
        <a:defRPr kumimoji="1">
          <a:solidFill>
            <a:schemeClr val="tx1"/>
          </a:solidFill>
          <a:latin typeface="+mn-lt"/>
          <a:ea typeface="+mn-ea"/>
        </a:defRPr>
      </a:lvl8pPr>
      <a:lvl9pPr marL="3533775" indent="-180975" algn="l" rtl="0" fontAlgn="base" latinLnBrk="1">
        <a:spcBef>
          <a:spcPct val="20000"/>
        </a:spcBef>
        <a:spcAft>
          <a:spcPct val="0"/>
        </a:spcAft>
        <a:buFont typeface="Wingdings" pitchFamily="2" charset="2"/>
        <a:buChar char="Ø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690DEA-01EE-46B0-8975-57A4B98B89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Scan</a:t>
            </a:r>
            <a:r>
              <a:rPr lang="ko-KR" altLang="en-US"/>
              <a:t> </a:t>
            </a:r>
            <a:r>
              <a:rPr lang="en-US" altLang="ko-KR"/>
              <a:t>Design </a:t>
            </a:r>
            <a:r>
              <a:rPr lang="ko-KR" altLang="en-US"/>
              <a:t>및 </a:t>
            </a:r>
            <a:r>
              <a:rPr lang="en-US" altLang="ko-KR"/>
              <a:t>ATPG</a:t>
            </a:r>
            <a:r>
              <a:rPr lang="ko-KR" altLang="en-US"/>
              <a:t>의 강의 중에서 중요한 </a:t>
            </a:r>
            <a:r>
              <a:rPr lang="en-US" altLang="ko-KR"/>
              <a:t>Key Word</a:t>
            </a:r>
            <a:r>
              <a:rPr lang="ko-KR" altLang="en-US"/>
              <a:t>들을 기술하고 각 </a:t>
            </a:r>
            <a:r>
              <a:rPr lang="en-US" altLang="ko-KR"/>
              <a:t>Key Word</a:t>
            </a:r>
            <a:r>
              <a:rPr lang="ko-KR" altLang="en-US"/>
              <a:t>에 대해 </a:t>
            </a:r>
            <a:r>
              <a:rPr lang="ko-KR" altLang="en-US" err="1"/>
              <a:t>설명하시요</a:t>
            </a:r>
            <a:r>
              <a:rPr lang="en-US" altLang="ko-KR"/>
              <a:t>. (</a:t>
            </a:r>
            <a:r>
              <a:rPr lang="ko-KR" altLang="en-US"/>
              <a:t>입사 면접에서 효과적으로 사용할 수 있는 내용으로 </a:t>
            </a:r>
            <a:r>
              <a:rPr lang="ko-KR" altLang="en-US" err="1"/>
              <a:t>정리하시요</a:t>
            </a:r>
            <a:r>
              <a:rPr lang="en-US" altLang="ko-KR"/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C83BAC5-47BF-459E-B094-6F62C35C1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ko-KR"/>
              <a:t>-(</a:t>
            </a:r>
            <a:fld id="{48D15B07-8482-4CE3-AB6D-DBD052438996}" type="slidenum">
              <a:rPr lang="ko-KR" altLang="en-US" smtClean="0"/>
              <a:pPr/>
              <a:t>1</a:t>
            </a:fld>
            <a:r>
              <a:rPr lang="en-US" altLang="ko-KR"/>
              <a:t>)-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EF1EC4-2770-415E-8A50-F0D86AC879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과제</a:t>
            </a:r>
            <a:r>
              <a:rPr lang="en-US" altLang="ko-KR"/>
              <a:t>-1  (</a:t>
            </a:r>
            <a:r>
              <a:rPr lang="en-US" altLang="ko-KR" err="1"/>
              <a:t>kgkb@naver</a:t>
            </a:r>
            <a:r>
              <a:rPr lang="en-US" altLang="ko-KR"/>
              <a:t>.com)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534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C061DCC-2197-45A3-8BD2-CA40B827F2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876" y="711036"/>
            <a:ext cx="7808461" cy="5611609"/>
          </a:xfrm>
        </p:spPr>
        <p:txBody>
          <a:bodyPr/>
          <a:lstStyle/>
          <a:p>
            <a:r>
              <a:rPr lang="en-US" altLang="ko-KR"/>
              <a:t>ATPG</a:t>
            </a:r>
            <a:r>
              <a:rPr lang="ko-KR" altLang="en-US"/>
              <a:t>에서 사용되는 모든 </a:t>
            </a:r>
            <a:r>
              <a:rPr lang="en-US" altLang="ko-KR"/>
              <a:t>Fault Model</a:t>
            </a:r>
            <a:r>
              <a:rPr lang="ko-KR" altLang="en-US"/>
              <a:t>에 대해 자세히 </a:t>
            </a:r>
            <a:r>
              <a:rPr lang="ko-KR" altLang="en-US" err="1"/>
              <a:t>설명하시요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CBE6C54-E930-405B-A043-BDFF2760D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ko-KR"/>
              <a:t>-(</a:t>
            </a:r>
            <a:fld id="{48D15B07-8482-4CE3-AB6D-DBD052438996}" type="slidenum">
              <a:rPr lang="ko-KR" altLang="en-US" smtClean="0"/>
              <a:pPr/>
              <a:t>2</a:t>
            </a:fld>
            <a:r>
              <a:rPr lang="en-US" altLang="ko-KR"/>
              <a:t>)-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4D9C3C-0AA1-4D84-A014-4420AC8528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과제</a:t>
            </a:r>
            <a:r>
              <a:rPr lang="en-US" altLang="ko-KR"/>
              <a:t>-2</a:t>
            </a:r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A3C95A1-1007-49E2-99CD-CFC7A98889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381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141218E-9670-43D8-BD44-DAD3CADCC8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876" y="711037"/>
            <a:ext cx="7714464" cy="589058"/>
          </a:xfrm>
        </p:spPr>
        <p:txBody>
          <a:bodyPr/>
          <a:lstStyle/>
          <a:p>
            <a:r>
              <a:rPr lang="en-US" altLang="ko-KR"/>
              <a:t>A </a:t>
            </a:r>
            <a:r>
              <a:rPr lang="ko-KR" altLang="en-US"/>
              <a:t>지점의 </a:t>
            </a:r>
            <a:r>
              <a:rPr lang="en-US" altLang="ko-KR"/>
              <a:t>Testability</a:t>
            </a:r>
            <a:r>
              <a:rPr lang="ko-KR" altLang="en-US"/>
              <a:t>가 매우 취약한 상태이다</a:t>
            </a:r>
            <a:r>
              <a:rPr lang="en-US" altLang="ko-KR"/>
              <a:t>.</a:t>
            </a:r>
            <a:r>
              <a:rPr lang="ko-KR" altLang="en-US"/>
              <a:t> 이를 개선하기 위해 </a:t>
            </a:r>
            <a:r>
              <a:rPr lang="en-US" altLang="ko-KR"/>
              <a:t>RTL</a:t>
            </a:r>
            <a:r>
              <a:rPr lang="ko-KR" altLang="en-US"/>
              <a:t>회로를 어떻게 수정해야 하는지 자세히 </a:t>
            </a:r>
            <a:r>
              <a:rPr lang="ko-KR" altLang="en-US" err="1"/>
              <a:t>설명하시요</a:t>
            </a:r>
            <a:r>
              <a:rPr lang="ko-KR" altLang="en-US"/>
              <a:t> </a:t>
            </a:r>
          </a:p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840743A-9924-4B1E-A58E-437133B8C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ko-KR"/>
              <a:t>-(</a:t>
            </a:r>
            <a:fld id="{48D15B07-8482-4CE3-AB6D-DBD052438996}" type="slidenum">
              <a:rPr lang="ko-KR" altLang="en-US" smtClean="0"/>
              <a:pPr/>
              <a:t>3</a:t>
            </a:fld>
            <a:r>
              <a:rPr lang="en-US" altLang="ko-KR"/>
              <a:t>)-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EF22D3-9E1A-4FAE-8F5E-30547A371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과제</a:t>
            </a:r>
            <a:r>
              <a:rPr lang="en-US" altLang="ko-KR"/>
              <a:t>-3</a:t>
            </a:r>
            <a:endParaRPr lang="ko-KR" altLang="en-US"/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1EE2337-B94F-4C5F-8FF7-93BF9A239E5B}"/>
              </a:ext>
            </a:extLst>
          </p:cNvPr>
          <p:cNvGrpSpPr/>
          <p:nvPr/>
        </p:nvGrpSpPr>
        <p:grpSpPr>
          <a:xfrm>
            <a:off x="1834918" y="1696886"/>
            <a:ext cx="2655508" cy="1714288"/>
            <a:chOff x="3049943" y="2436608"/>
            <a:chExt cx="2655508" cy="171428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B97C7DCE-0E03-42A9-A412-0FB0F31BD475}"/>
                </a:ext>
              </a:extLst>
            </p:cNvPr>
            <p:cNvCxnSpPr/>
            <p:nvPr/>
          </p:nvCxnSpPr>
          <p:spPr bwMode="auto">
            <a:xfrm>
              <a:off x="3822224" y="3009921"/>
              <a:ext cx="103777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sp>
          <p:nvSpPr>
            <p:cNvPr id="7" name="구름 6">
              <a:extLst>
                <a:ext uri="{FF2B5EF4-FFF2-40B4-BE49-F238E27FC236}">
                  <a16:creationId xmlns:a16="http://schemas.microsoft.com/office/drawing/2014/main" id="{E4E36039-B991-4815-9E22-67CA0C827243}"/>
                </a:ext>
              </a:extLst>
            </p:cNvPr>
            <p:cNvSpPr/>
            <p:nvPr/>
          </p:nvSpPr>
          <p:spPr bwMode="auto">
            <a:xfrm>
              <a:off x="3049943" y="2436608"/>
              <a:ext cx="1110342" cy="878113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구름 7">
              <a:extLst>
                <a:ext uri="{FF2B5EF4-FFF2-40B4-BE49-F238E27FC236}">
                  <a16:creationId xmlns:a16="http://schemas.microsoft.com/office/drawing/2014/main" id="{E8DE5B9A-2EA3-4C6F-8C6A-4E722B337960}"/>
                </a:ext>
              </a:extLst>
            </p:cNvPr>
            <p:cNvSpPr/>
            <p:nvPr/>
          </p:nvSpPr>
          <p:spPr bwMode="auto">
            <a:xfrm>
              <a:off x="4595109" y="2625294"/>
              <a:ext cx="1110342" cy="878113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189683DD-99EE-4246-81C0-32F051D42C45}"/>
                </a:ext>
              </a:extLst>
            </p:cNvPr>
            <p:cNvCxnSpPr/>
            <p:nvPr/>
          </p:nvCxnSpPr>
          <p:spPr bwMode="auto">
            <a:xfrm flipV="1">
              <a:off x="3328738" y="3126036"/>
              <a:ext cx="878113" cy="67491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F72E99-57FD-4338-B2D4-25B55FD79B3F}"/>
                </a:ext>
              </a:extLst>
            </p:cNvPr>
            <p:cNvSpPr txBox="1"/>
            <p:nvPr/>
          </p:nvSpPr>
          <p:spPr>
            <a:xfrm>
              <a:off x="3212890" y="3843119"/>
              <a:ext cx="12186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Poor Testability</a:t>
              </a:r>
              <a:endParaRPr lang="ko-KR" altLang="en-US" sz="140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30899B6-91AA-49F0-B06E-1CA48E5B00EB}"/>
                </a:ext>
              </a:extLst>
            </p:cNvPr>
            <p:cNvSpPr/>
            <p:nvPr/>
          </p:nvSpPr>
          <p:spPr bwMode="auto">
            <a:xfrm>
              <a:off x="4275667" y="2959101"/>
              <a:ext cx="105833" cy="93133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A58BB23-3B2E-40FF-A080-9A58C5FF76F8}"/>
                </a:ext>
              </a:extLst>
            </p:cNvPr>
            <p:cNvSpPr txBox="1"/>
            <p:nvPr/>
          </p:nvSpPr>
          <p:spPr>
            <a:xfrm>
              <a:off x="4237915" y="2648273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</a:t>
              </a:r>
              <a:endParaRPr lang="ko-KR" altLang="en-US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93" name="텍스트 개체 틀 92">
            <a:extLst>
              <a:ext uri="{FF2B5EF4-FFF2-40B4-BE49-F238E27FC236}">
                <a16:creationId xmlns:a16="http://schemas.microsoft.com/office/drawing/2014/main" id="{A6A83474-C3AE-4A51-A47A-8F41BD0313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281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86D032B-A7D8-4E93-85E5-0B70A9B43C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876" y="711037"/>
            <a:ext cx="7545362" cy="1366124"/>
          </a:xfrm>
        </p:spPr>
        <p:txBody>
          <a:bodyPr/>
          <a:lstStyle/>
          <a:p>
            <a:r>
              <a:rPr lang="ko-KR" altLang="en-US"/>
              <a:t>다음의 </a:t>
            </a:r>
            <a:r>
              <a:rPr lang="en-US" altLang="ko-KR"/>
              <a:t>scan chain</a:t>
            </a:r>
            <a:r>
              <a:rPr lang="ko-KR" altLang="en-US"/>
              <a:t>구조는 </a:t>
            </a:r>
            <a:r>
              <a:rPr lang="en-US" altLang="ko-KR"/>
              <a:t>DRC violation</a:t>
            </a:r>
            <a:r>
              <a:rPr lang="ko-KR" altLang="en-US"/>
              <a:t>을 야기시킨다</a:t>
            </a:r>
            <a:r>
              <a:rPr lang="en-US" altLang="ko-KR"/>
              <a:t>. </a:t>
            </a:r>
            <a:r>
              <a:rPr lang="ko-KR" altLang="en-US"/>
              <a:t>그 이유와 </a:t>
            </a:r>
            <a:r>
              <a:rPr lang="en-US" altLang="ko-KR"/>
              <a:t>violation</a:t>
            </a:r>
            <a:r>
              <a:rPr lang="ko-KR" altLang="en-US"/>
              <a:t>을 제거하기 위해 회로를 수정하고 수정된 회로에 대해 자세히 설명하시요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C09BE6C-1CE6-45EB-88E0-DEDEBBC78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ko-KR"/>
              <a:t>-(</a:t>
            </a:r>
            <a:fld id="{48D15B07-8482-4CE3-AB6D-DBD052438996}" type="slidenum">
              <a:rPr lang="ko-KR" altLang="en-US" smtClean="0"/>
              <a:pPr/>
              <a:t>4</a:t>
            </a:fld>
            <a:r>
              <a:rPr lang="en-US" altLang="ko-KR"/>
              <a:t>)-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E3E33C-60FE-45C2-96AA-9B4A2BBB4A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과제</a:t>
            </a:r>
            <a:r>
              <a:rPr lang="en-US" altLang="ko-KR"/>
              <a:t>-4</a:t>
            </a:r>
            <a:endParaRPr lang="ko-KR" altLang="en-US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4B9D4BA-53FA-481B-8B52-26ACD5C4AA8C}"/>
              </a:ext>
            </a:extLst>
          </p:cNvPr>
          <p:cNvGrpSpPr/>
          <p:nvPr/>
        </p:nvGrpSpPr>
        <p:grpSpPr>
          <a:xfrm>
            <a:off x="2463438" y="2020167"/>
            <a:ext cx="3497100" cy="2216382"/>
            <a:chOff x="325668" y="2652031"/>
            <a:chExt cx="3497100" cy="2216382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AA43D5D-A795-4673-AD6F-2484FF25D41A}"/>
                </a:ext>
              </a:extLst>
            </p:cNvPr>
            <p:cNvGrpSpPr/>
            <p:nvPr/>
          </p:nvGrpSpPr>
          <p:grpSpPr>
            <a:xfrm>
              <a:off x="506447" y="3157797"/>
              <a:ext cx="3135542" cy="1343349"/>
              <a:chOff x="479736" y="3092640"/>
              <a:chExt cx="3135542" cy="1343349"/>
            </a:xfrm>
          </p:grpSpPr>
          <p:sp>
            <p:nvSpPr>
              <p:cNvPr id="154" name="직사각형 130">
                <a:extLst>
                  <a:ext uri="{FF2B5EF4-FFF2-40B4-BE49-F238E27FC236}">
                    <a16:creationId xmlns:a16="http://schemas.microsoft.com/office/drawing/2014/main" id="{707F3E16-4571-4C1D-8E3A-D27281BD45E7}"/>
                  </a:ext>
                </a:extLst>
              </p:cNvPr>
              <p:cNvSpPr/>
              <p:nvPr/>
            </p:nvSpPr>
            <p:spPr bwMode="auto">
              <a:xfrm flipH="1">
                <a:off x="699277" y="3762966"/>
                <a:ext cx="383794" cy="637463"/>
              </a:xfrm>
              <a:custGeom>
                <a:avLst/>
                <a:gdLst>
                  <a:gd name="connsiteX0" fmla="*/ 0 w 1429203"/>
                  <a:gd name="connsiteY0" fmla="*/ 0 h 342641"/>
                  <a:gd name="connsiteX1" fmla="*/ 1429203 w 1429203"/>
                  <a:gd name="connsiteY1" fmla="*/ 0 h 342641"/>
                  <a:gd name="connsiteX2" fmla="*/ 1429203 w 1429203"/>
                  <a:gd name="connsiteY2" fmla="*/ 342641 h 342641"/>
                  <a:gd name="connsiteX3" fmla="*/ 0 w 1429203"/>
                  <a:gd name="connsiteY3" fmla="*/ 342641 h 342641"/>
                  <a:gd name="connsiteX4" fmla="*/ 0 w 1429203"/>
                  <a:gd name="connsiteY4" fmla="*/ 0 h 342641"/>
                  <a:gd name="connsiteX0" fmla="*/ 1429203 w 1520643"/>
                  <a:gd name="connsiteY0" fmla="*/ 0 h 342641"/>
                  <a:gd name="connsiteX1" fmla="*/ 1429203 w 1520643"/>
                  <a:gd name="connsiteY1" fmla="*/ 342641 h 342641"/>
                  <a:gd name="connsiteX2" fmla="*/ 0 w 1520643"/>
                  <a:gd name="connsiteY2" fmla="*/ 342641 h 342641"/>
                  <a:gd name="connsiteX3" fmla="*/ 0 w 1520643"/>
                  <a:gd name="connsiteY3" fmla="*/ 0 h 342641"/>
                  <a:gd name="connsiteX4" fmla="*/ 1520643 w 1520643"/>
                  <a:gd name="connsiteY4" fmla="*/ 91440 h 342641"/>
                  <a:gd name="connsiteX0" fmla="*/ 1429203 w 1429203"/>
                  <a:gd name="connsiteY0" fmla="*/ 0 h 342641"/>
                  <a:gd name="connsiteX1" fmla="*/ 1429203 w 1429203"/>
                  <a:gd name="connsiteY1" fmla="*/ 342641 h 342641"/>
                  <a:gd name="connsiteX2" fmla="*/ 0 w 1429203"/>
                  <a:gd name="connsiteY2" fmla="*/ 342641 h 342641"/>
                  <a:gd name="connsiteX3" fmla="*/ 0 w 1429203"/>
                  <a:gd name="connsiteY3" fmla="*/ 0 h 342641"/>
                  <a:gd name="connsiteX0" fmla="*/ 1429203 w 1429203"/>
                  <a:gd name="connsiteY0" fmla="*/ 342641 h 342641"/>
                  <a:gd name="connsiteX1" fmla="*/ 0 w 1429203"/>
                  <a:gd name="connsiteY1" fmla="*/ 342641 h 342641"/>
                  <a:gd name="connsiteX2" fmla="*/ 0 w 1429203"/>
                  <a:gd name="connsiteY2" fmla="*/ 0 h 342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9203" h="342641">
                    <a:moveTo>
                      <a:pt x="1429203" y="342641"/>
                    </a:moveTo>
                    <a:lnTo>
                      <a:pt x="0" y="342641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>
                  <a:latin typeface="나눔바른펜" panose="020B0503000000000000" pitchFamily="50" charset="-127"/>
                  <a:ea typeface="나눔바른펜" panose="020B0503000000000000" pitchFamily="50" charset="-127"/>
                </a:endParaRP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7EDAFDE9-D55F-47C9-AD16-C1FF7D6B456B}"/>
                  </a:ext>
                </a:extLst>
              </p:cNvPr>
              <p:cNvSpPr txBox="1"/>
              <p:nvPr/>
            </p:nvSpPr>
            <p:spPr>
              <a:xfrm>
                <a:off x="479736" y="4073000"/>
                <a:ext cx="339186" cy="292388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r"/>
                <a:r>
                  <a:rPr lang="en-US" altLang="ko-KR" sz="1300" err="1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clk</a:t>
                </a:r>
                <a:endParaRPr lang="ko-KR" altLang="en-US" sz="1300">
                  <a:latin typeface="나눔바른펜" panose="020B0503000000000000" pitchFamily="50" charset="-127"/>
                  <a:ea typeface="나눔바른펜" panose="020B0503000000000000" pitchFamily="50" charset="-127"/>
                </a:endParaRPr>
              </a:p>
            </p:txBody>
          </p:sp>
          <p:sp>
            <p:nvSpPr>
              <p:cNvPr id="170" name="타원 169">
                <a:extLst>
                  <a:ext uri="{FF2B5EF4-FFF2-40B4-BE49-F238E27FC236}">
                    <a16:creationId xmlns:a16="http://schemas.microsoft.com/office/drawing/2014/main" id="{626C99B0-5EAB-4B9D-9BC7-9C8F0D472040}"/>
                  </a:ext>
                </a:extLst>
              </p:cNvPr>
              <p:cNvSpPr/>
              <p:nvPr/>
            </p:nvSpPr>
            <p:spPr bwMode="auto">
              <a:xfrm>
                <a:off x="1042260" y="4363989"/>
                <a:ext cx="72000" cy="72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75" name="직사각형 130">
                <a:extLst>
                  <a:ext uri="{FF2B5EF4-FFF2-40B4-BE49-F238E27FC236}">
                    <a16:creationId xmlns:a16="http://schemas.microsoft.com/office/drawing/2014/main" id="{7CE6FE48-66C1-4790-9DFF-0CECDA16E3F7}"/>
                  </a:ext>
                </a:extLst>
              </p:cNvPr>
              <p:cNvSpPr/>
              <p:nvPr/>
            </p:nvSpPr>
            <p:spPr bwMode="auto">
              <a:xfrm flipH="1">
                <a:off x="1050904" y="3762966"/>
                <a:ext cx="750928" cy="637463"/>
              </a:xfrm>
              <a:custGeom>
                <a:avLst/>
                <a:gdLst>
                  <a:gd name="connsiteX0" fmla="*/ 0 w 1429203"/>
                  <a:gd name="connsiteY0" fmla="*/ 0 h 342641"/>
                  <a:gd name="connsiteX1" fmla="*/ 1429203 w 1429203"/>
                  <a:gd name="connsiteY1" fmla="*/ 0 h 342641"/>
                  <a:gd name="connsiteX2" fmla="*/ 1429203 w 1429203"/>
                  <a:gd name="connsiteY2" fmla="*/ 342641 h 342641"/>
                  <a:gd name="connsiteX3" fmla="*/ 0 w 1429203"/>
                  <a:gd name="connsiteY3" fmla="*/ 342641 h 342641"/>
                  <a:gd name="connsiteX4" fmla="*/ 0 w 1429203"/>
                  <a:gd name="connsiteY4" fmla="*/ 0 h 342641"/>
                  <a:gd name="connsiteX0" fmla="*/ 1429203 w 1520643"/>
                  <a:gd name="connsiteY0" fmla="*/ 0 h 342641"/>
                  <a:gd name="connsiteX1" fmla="*/ 1429203 w 1520643"/>
                  <a:gd name="connsiteY1" fmla="*/ 342641 h 342641"/>
                  <a:gd name="connsiteX2" fmla="*/ 0 w 1520643"/>
                  <a:gd name="connsiteY2" fmla="*/ 342641 h 342641"/>
                  <a:gd name="connsiteX3" fmla="*/ 0 w 1520643"/>
                  <a:gd name="connsiteY3" fmla="*/ 0 h 342641"/>
                  <a:gd name="connsiteX4" fmla="*/ 1520643 w 1520643"/>
                  <a:gd name="connsiteY4" fmla="*/ 91440 h 342641"/>
                  <a:gd name="connsiteX0" fmla="*/ 1429203 w 1429203"/>
                  <a:gd name="connsiteY0" fmla="*/ 0 h 342641"/>
                  <a:gd name="connsiteX1" fmla="*/ 1429203 w 1429203"/>
                  <a:gd name="connsiteY1" fmla="*/ 342641 h 342641"/>
                  <a:gd name="connsiteX2" fmla="*/ 0 w 1429203"/>
                  <a:gd name="connsiteY2" fmla="*/ 342641 h 342641"/>
                  <a:gd name="connsiteX3" fmla="*/ 0 w 1429203"/>
                  <a:gd name="connsiteY3" fmla="*/ 0 h 342641"/>
                  <a:gd name="connsiteX0" fmla="*/ 1429203 w 1429203"/>
                  <a:gd name="connsiteY0" fmla="*/ 342641 h 342641"/>
                  <a:gd name="connsiteX1" fmla="*/ 0 w 1429203"/>
                  <a:gd name="connsiteY1" fmla="*/ 342641 h 342641"/>
                  <a:gd name="connsiteX2" fmla="*/ 0 w 1429203"/>
                  <a:gd name="connsiteY2" fmla="*/ 0 h 342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9203" h="342641">
                    <a:moveTo>
                      <a:pt x="1429203" y="342641"/>
                    </a:moveTo>
                    <a:lnTo>
                      <a:pt x="0" y="342641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>
                  <a:latin typeface="나눔바른펜" panose="020B0503000000000000" pitchFamily="50" charset="-127"/>
                  <a:ea typeface="나눔바른펜" panose="020B0503000000000000" pitchFamily="50" charset="-127"/>
                </a:endParaRPr>
              </a:p>
            </p:txBody>
          </p: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8DF83625-B77C-4013-8F76-A9CDB0B3FD99}"/>
                  </a:ext>
                </a:extLst>
              </p:cNvPr>
              <p:cNvGrpSpPr/>
              <p:nvPr/>
            </p:nvGrpSpPr>
            <p:grpSpPr>
              <a:xfrm rot="16200000">
                <a:off x="1685906" y="3996475"/>
                <a:ext cx="236258" cy="216000"/>
                <a:chOff x="7020486" y="1425609"/>
                <a:chExt cx="236258" cy="216000"/>
              </a:xfrm>
            </p:grpSpPr>
            <p:sp>
              <p:nvSpPr>
                <p:cNvPr id="173" name="이등변 삼각형 172">
                  <a:extLst>
                    <a:ext uri="{FF2B5EF4-FFF2-40B4-BE49-F238E27FC236}">
                      <a16:creationId xmlns:a16="http://schemas.microsoft.com/office/drawing/2014/main" id="{6DD503D9-1586-46DF-8AE9-F00933B2DBBC}"/>
                    </a:ext>
                  </a:extLst>
                </p:cNvPr>
                <p:cNvSpPr/>
                <p:nvPr/>
              </p:nvSpPr>
              <p:spPr bwMode="auto">
                <a:xfrm rot="5400000">
                  <a:off x="7002486" y="1443609"/>
                  <a:ext cx="216000" cy="180000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lg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>
                    <a:latin typeface="나눔바른펜" panose="020B0503000000000000" pitchFamily="50" charset="-127"/>
                    <a:ea typeface="나눔바른펜" panose="020B0503000000000000" pitchFamily="50" charset="-127"/>
                  </a:endParaRPr>
                </a:p>
              </p:txBody>
            </p:sp>
            <p:sp>
              <p:nvSpPr>
                <p:cNvPr id="174" name="타원 173">
                  <a:extLst>
                    <a:ext uri="{FF2B5EF4-FFF2-40B4-BE49-F238E27FC236}">
                      <a16:creationId xmlns:a16="http://schemas.microsoft.com/office/drawing/2014/main" id="{B5205175-C82E-45F0-91C8-356A5E1C7B67}"/>
                    </a:ext>
                  </a:extLst>
                </p:cNvPr>
                <p:cNvSpPr/>
                <p:nvPr/>
              </p:nvSpPr>
              <p:spPr bwMode="auto">
                <a:xfrm>
                  <a:off x="7184744" y="1497609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lg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>
                    <a:latin typeface="나눔바른펜" panose="020B0503000000000000" pitchFamily="50" charset="-127"/>
                    <a:ea typeface="나눔바른펜" panose="020B0503000000000000" pitchFamily="50" charset="-127"/>
                  </a:endParaRPr>
                </a:p>
              </p:txBody>
            </p:sp>
          </p:grpSp>
          <p:sp>
            <p:nvSpPr>
              <p:cNvPr id="196" name="직사각형 130">
                <a:extLst>
                  <a:ext uri="{FF2B5EF4-FFF2-40B4-BE49-F238E27FC236}">
                    <a16:creationId xmlns:a16="http://schemas.microsoft.com/office/drawing/2014/main" id="{4A29F232-38A3-4C41-B356-ED0ACCCB939D}"/>
                  </a:ext>
                </a:extLst>
              </p:cNvPr>
              <p:cNvSpPr/>
              <p:nvPr/>
            </p:nvSpPr>
            <p:spPr bwMode="auto">
              <a:xfrm flipH="1">
                <a:off x="1801832" y="3762966"/>
                <a:ext cx="693613" cy="637463"/>
              </a:xfrm>
              <a:custGeom>
                <a:avLst/>
                <a:gdLst>
                  <a:gd name="connsiteX0" fmla="*/ 0 w 1429203"/>
                  <a:gd name="connsiteY0" fmla="*/ 0 h 342641"/>
                  <a:gd name="connsiteX1" fmla="*/ 1429203 w 1429203"/>
                  <a:gd name="connsiteY1" fmla="*/ 0 h 342641"/>
                  <a:gd name="connsiteX2" fmla="*/ 1429203 w 1429203"/>
                  <a:gd name="connsiteY2" fmla="*/ 342641 h 342641"/>
                  <a:gd name="connsiteX3" fmla="*/ 0 w 1429203"/>
                  <a:gd name="connsiteY3" fmla="*/ 342641 h 342641"/>
                  <a:gd name="connsiteX4" fmla="*/ 0 w 1429203"/>
                  <a:gd name="connsiteY4" fmla="*/ 0 h 342641"/>
                  <a:gd name="connsiteX0" fmla="*/ 1429203 w 1520643"/>
                  <a:gd name="connsiteY0" fmla="*/ 0 h 342641"/>
                  <a:gd name="connsiteX1" fmla="*/ 1429203 w 1520643"/>
                  <a:gd name="connsiteY1" fmla="*/ 342641 h 342641"/>
                  <a:gd name="connsiteX2" fmla="*/ 0 w 1520643"/>
                  <a:gd name="connsiteY2" fmla="*/ 342641 h 342641"/>
                  <a:gd name="connsiteX3" fmla="*/ 0 w 1520643"/>
                  <a:gd name="connsiteY3" fmla="*/ 0 h 342641"/>
                  <a:gd name="connsiteX4" fmla="*/ 1520643 w 1520643"/>
                  <a:gd name="connsiteY4" fmla="*/ 91440 h 342641"/>
                  <a:gd name="connsiteX0" fmla="*/ 1429203 w 1429203"/>
                  <a:gd name="connsiteY0" fmla="*/ 0 h 342641"/>
                  <a:gd name="connsiteX1" fmla="*/ 1429203 w 1429203"/>
                  <a:gd name="connsiteY1" fmla="*/ 342641 h 342641"/>
                  <a:gd name="connsiteX2" fmla="*/ 0 w 1429203"/>
                  <a:gd name="connsiteY2" fmla="*/ 342641 h 342641"/>
                  <a:gd name="connsiteX3" fmla="*/ 0 w 1429203"/>
                  <a:gd name="connsiteY3" fmla="*/ 0 h 342641"/>
                  <a:gd name="connsiteX0" fmla="*/ 1429203 w 1429203"/>
                  <a:gd name="connsiteY0" fmla="*/ 342641 h 342641"/>
                  <a:gd name="connsiteX1" fmla="*/ 0 w 1429203"/>
                  <a:gd name="connsiteY1" fmla="*/ 342641 h 342641"/>
                  <a:gd name="connsiteX2" fmla="*/ 0 w 1429203"/>
                  <a:gd name="connsiteY2" fmla="*/ 0 h 342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9203" h="342641">
                    <a:moveTo>
                      <a:pt x="1429203" y="342641"/>
                    </a:moveTo>
                    <a:lnTo>
                      <a:pt x="0" y="342641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>
                  <a:latin typeface="나눔바른펜" panose="020B0503000000000000" pitchFamily="50" charset="-127"/>
                  <a:ea typeface="나눔바른펜" panose="020B0503000000000000" pitchFamily="50" charset="-127"/>
                </a:endParaRPr>
              </a:p>
            </p:txBody>
          </p:sp>
          <p:sp>
            <p:nvSpPr>
              <p:cNvPr id="197" name="타원 196">
                <a:extLst>
                  <a:ext uri="{FF2B5EF4-FFF2-40B4-BE49-F238E27FC236}">
                    <a16:creationId xmlns:a16="http://schemas.microsoft.com/office/drawing/2014/main" id="{8DA81E0F-CAFB-4657-ADAE-DA328B622EC5}"/>
                  </a:ext>
                </a:extLst>
              </p:cNvPr>
              <p:cNvSpPr/>
              <p:nvPr/>
            </p:nvSpPr>
            <p:spPr bwMode="auto">
              <a:xfrm>
                <a:off x="2454634" y="4363989"/>
                <a:ext cx="72000" cy="72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98" name="직사각형 130">
                <a:extLst>
                  <a:ext uri="{FF2B5EF4-FFF2-40B4-BE49-F238E27FC236}">
                    <a16:creationId xmlns:a16="http://schemas.microsoft.com/office/drawing/2014/main" id="{745FE4AB-3634-4D2A-9024-9D7E76DC5301}"/>
                  </a:ext>
                </a:extLst>
              </p:cNvPr>
              <p:cNvSpPr/>
              <p:nvPr/>
            </p:nvSpPr>
            <p:spPr bwMode="auto">
              <a:xfrm flipH="1">
                <a:off x="2463278" y="3762966"/>
                <a:ext cx="750928" cy="637463"/>
              </a:xfrm>
              <a:custGeom>
                <a:avLst/>
                <a:gdLst>
                  <a:gd name="connsiteX0" fmla="*/ 0 w 1429203"/>
                  <a:gd name="connsiteY0" fmla="*/ 0 h 342641"/>
                  <a:gd name="connsiteX1" fmla="*/ 1429203 w 1429203"/>
                  <a:gd name="connsiteY1" fmla="*/ 0 h 342641"/>
                  <a:gd name="connsiteX2" fmla="*/ 1429203 w 1429203"/>
                  <a:gd name="connsiteY2" fmla="*/ 342641 h 342641"/>
                  <a:gd name="connsiteX3" fmla="*/ 0 w 1429203"/>
                  <a:gd name="connsiteY3" fmla="*/ 342641 h 342641"/>
                  <a:gd name="connsiteX4" fmla="*/ 0 w 1429203"/>
                  <a:gd name="connsiteY4" fmla="*/ 0 h 342641"/>
                  <a:gd name="connsiteX0" fmla="*/ 1429203 w 1520643"/>
                  <a:gd name="connsiteY0" fmla="*/ 0 h 342641"/>
                  <a:gd name="connsiteX1" fmla="*/ 1429203 w 1520643"/>
                  <a:gd name="connsiteY1" fmla="*/ 342641 h 342641"/>
                  <a:gd name="connsiteX2" fmla="*/ 0 w 1520643"/>
                  <a:gd name="connsiteY2" fmla="*/ 342641 h 342641"/>
                  <a:gd name="connsiteX3" fmla="*/ 0 w 1520643"/>
                  <a:gd name="connsiteY3" fmla="*/ 0 h 342641"/>
                  <a:gd name="connsiteX4" fmla="*/ 1520643 w 1520643"/>
                  <a:gd name="connsiteY4" fmla="*/ 91440 h 342641"/>
                  <a:gd name="connsiteX0" fmla="*/ 1429203 w 1429203"/>
                  <a:gd name="connsiteY0" fmla="*/ 0 h 342641"/>
                  <a:gd name="connsiteX1" fmla="*/ 1429203 w 1429203"/>
                  <a:gd name="connsiteY1" fmla="*/ 342641 h 342641"/>
                  <a:gd name="connsiteX2" fmla="*/ 0 w 1429203"/>
                  <a:gd name="connsiteY2" fmla="*/ 342641 h 342641"/>
                  <a:gd name="connsiteX3" fmla="*/ 0 w 1429203"/>
                  <a:gd name="connsiteY3" fmla="*/ 0 h 342641"/>
                  <a:gd name="connsiteX0" fmla="*/ 1429203 w 1429203"/>
                  <a:gd name="connsiteY0" fmla="*/ 342641 h 342641"/>
                  <a:gd name="connsiteX1" fmla="*/ 0 w 1429203"/>
                  <a:gd name="connsiteY1" fmla="*/ 342641 h 342641"/>
                  <a:gd name="connsiteX2" fmla="*/ 0 w 1429203"/>
                  <a:gd name="connsiteY2" fmla="*/ 0 h 342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9203" h="342641">
                    <a:moveTo>
                      <a:pt x="1429203" y="342641"/>
                    </a:moveTo>
                    <a:lnTo>
                      <a:pt x="0" y="342641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>
                  <a:latin typeface="나눔바른펜" panose="020B0503000000000000" pitchFamily="50" charset="-127"/>
                  <a:ea typeface="나눔바른펜" panose="020B0503000000000000" pitchFamily="50" charset="-127"/>
                </a:endParaRPr>
              </a:p>
            </p:txBody>
          </p:sp>
          <p:grpSp>
            <p:nvGrpSpPr>
              <p:cNvPr id="199" name="그룹 198">
                <a:extLst>
                  <a:ext uri="{FF2B5EF4-FFF2-40B4-BE49-F238E27FC236}">
                    <a16:creationId xmlns:a16="http://schemas.microsoft.com/office/drawing/2014/main" id="{24467D75-F0F3-4862-9B34-80D2B812EC5B}"/>
                  </a:ext>
                </a:extLst>
              </p:cNvPr>
              <p:cNvGrpSpPr/>
              <p:nvPr/>
            </p:nvGrpSpPr>
            <p:grpSpPr>
              <a:xfrm rot="16200000">
                <a:off x="3098280" y="3996475"/>
                <a:ext cx="236258" cy="216000"/>
                <a:chOff x="7020486" y="1425609"/>
                <a:chExt cx="236258" cy="216000"/>
              </a:xfrm>
            </p:grpSpPr>
            <p:sp>
              <p:nvSpPr>
                <p:cNvPr id="200" name="이등변 삼각형 199">
                  <a:extLst>
                    <a:ext uri="{FF2B5EF4-FFF2-40B4-BE49-F238E27FC236}">
                      <a16:creationId xmlns:a16="http://schemas.microsoft.com/office/drawing/2014/main" id="{8BABBA58-3DE6-4B2F-AF41-F06C904A6AA8}"/>
                    </a:ext>
                  </a:extLst>
                </p:cNvPr>
                <p:cNvSpPr/>
                <p:nvPr/>
              </p:nvSpPr>
              <p:spPr bwMode="auto">
                <a:xfrm rot="5400000">
                  <a:off x="7002486" y="1443609"/>
                  <a:ext cx="216000" cy="180000"/>
                </a:xfrm>
                <a:prstGeom prst="triangl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lg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>
                    <a:latin typeface="나눔바른펜" panose="020B0503000000000000" pitchFamily="50" charset="-127"/>
                    <a:ea typeface="나눔바른펜" panose="020B0503000000000000" pitchFamily="50" charset="-127"/>
                  </a:endParaRPr>
                </a:p>
              </p:txBody>
            </p:sp>
            <p:sp>
              <p:nvSpPr>
                <p:cNvPr id="201" name="타원 200">
                  <a:extLst>
                    <a:ext uri="{FF2B5EF4-FFF2-40B4-BE49-F238E27FC236}">
                      <a16:creationId xmlns:a16="http://schemas.microsoft.com/office/drawing/2014/main" id="{B867E4F8-0B3C-489C-A917-4608A8206644}"/>
                    </a:ext>
                  </a:extLst>
                </p:cNvPr>
                <p:cNvSpPr/>
                <p:nvPr/>
              </p:nvSpPr>
              <p:spPr bwMode="auto">
                <a:xfrm>
                  <a:off x="7184744" y="1497609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lg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ko-KR" altLang="en-US">
                    <a:latin typeface="나눔바른펜" panose="020B0503000000000000" pitchFamily="50" charset="-127"/>
                    <a:ea typeface="나눔바른펜" panose="020B0503000000000000" pitchFamily="50" charset="-127"/>
                  </a:endParaRPr>
                </a:p>
              </p:txBody>
            </p:sp>
          </p:grpSp>
          <p:sp>
            <p:nvSpPr>
              <p:cNvPr id="202" name="타원 201">
                <a:extLst>
                  <a:ext uri="{FF2B5EF4-FFF2-40B4-BE49-F238E27FC236}">
                    <a16:creationId xmlns:a16="http://schemas.microsoft.com/office/drawing/2014/main" id="{F1B3B1D8-86FA-430E-962E-ACF726C7C28B}"/>
                  </a:ext>
                </a:extLst>
              </p:cNvPr>
              <p:cNvSpPr/>
              <p:nvPr/>
            </p:nvSpPr>
            <p:spPr bwMode="auto">
              <a:xfrm>
                <a:off x="1768935" y="4363989"/>
                <a:ext cx="72000" cy="72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endParaRPr lang="ko-KR" altLang="en-US"/>
              </a:p>
            </p:txBody>
          </p:sp>
          <p:cxnSp>
            <p:nvCxnSpPr>
              <p:cNvPr id="155" name="직선 연결선 154">
                <a:extLst>
                  <a:ext uri="{FF2B5EF4-FFF2-40B4-BE49-F238E27FC236}">
                    <a16:creationId xmlns:a16="http://schemas.microsoft.com/office/drawing/2014/main" id="{0E983881-D848-4510-B267-D9889695C0B4}"/>
                  </a:ext>
                </a:extLst>
              </p:cNvPr>
              <p:cNvCxnSpPr/>
              <p:nvPr/>
            </p:nvCxnSpPr>
            <p:spPr bwMode="auto">
              <a:xfrm>
                <a:off x="699278" y="3550893"/>
                <a:ext cx="2916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  <a:effectLst/>
            </p:spPr>
          </p:cxn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76138AFC-DF1F-4FD8-8941-E1736EE74776}"/>
                  </a:ext>
                </a:extLst>
              </p:cNvPr>
              <p:cNvSpPr/>
              <p:nvPr/>
            </p:nvSpPr>
            <p:spPr bwMode="auto">
              <a:xfrm>
                <a:off x="882998" y="3421514"/>
                <a:ext cx="432000" cy="432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en-US" altLang="ko-KR" sz="1100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Scan</a:t>
                </a:r>
              </a:p>
              <a:p>
                <a:pPr algn="ctr"/>
                <a:r>
                  <a:rPr lang="en-US" altLang="ko-KR" sz="1100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FF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DEF137D-526A-4289-B5C4-02018058AF03}"/>
                  </a:ext>
                </a:extLst>
              </p:cNvPr>
              <p:cNvSpPr txBox="1"/>
              <p:nvPr/>
            </p:nvSpPr>
            <p:spPr>
              <a:xfrm>
                <a:off x="791296" y="3092640"/>
                <a:ext cx="474810" cy="292388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r"/>
                <a:r>
                  <a:rPr lang="en-US" altLang="ko-KR" sz="1300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FF1</a:t>
                </a:r>
                <a:endParaRPr lang="ko-KR" altLang="en-US" sz="1300">
                  <a:latin typeface="나눔바른펜" panose="020B0503000000000000" pitchFamily="50" charset="-127"/>
                  <a:ea typeface="나눔바른펜" panose="020B0503000000000000" pitchFamily="50" charset="-127"/>
                </a:endParaRPr>
              </a:p>
            </p:txBody>
          </p:sp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1331AD9D-D053-4926-BFF9-677E8B275AD2}"/>
                  </a:ext>
                </a:extLst>
              </p:cNvPr>
              <p:cNvSpPr/>
              <p:nvPr/>
            </p:nvSpPr>
            <p:spPr bwMode="auto">
              <a:xfrm>
                <a:off x="1572795" y="3421514"/>
                <a:ext cx="432000" cy="432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en-US" altLang="ko-KR" sz="1100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Scan</a:t>
                </a:r>
              </a:p>
              <a:p>
                <a:pPr algn="ctr"/>
                <a:r>
                  <a:rPr lang="en-US" altLang="ko-KR" sz="1100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FF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73601F6B-D03B-47ED-9B47-C16AEAC2EE24}"/>
                  </a:ext>
                </a:extLst>
              </p:cNvPr>
              <p:cNvSpPr txBox="1"/>
              <p:nvPr/>
            </p:nvSpPr>
            <p:spPr>
              <a:xfrm>
                <a:off x="1481093" y="3092640"/>
                <a:ext cx="474810" cy="292388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r"/>
                <a:r>
                  <a:rPr lang="en-US" altLang="ko-KR" sz="1300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FF2</a:t>
                </a:r>
                <a:endParaRPr lang="ko-KR" altLang="en-US" sz="1300">
                  <a:latin typeface="나눔바른펜" panose="020B0503000000000000" pitchFamily="50" charset="-127"/>
                  <a:ea typeface="나눔바른펜" panose="020B0503000000000000" pitchFamily="50" charset="-127"/>
                </a:endParaRPr>
              </a:p>
            </p:txBody>
          </p:sp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49469A62-1CE5-4D34-B90E-B6C1E4ABA394}"/>
                  </a:ext>
                </a:extLst>
              </p:cNvPr>
              <p:cNvSpPr/>
              <p:nvPr/>
            </p:nvSpPr>
            <p:spPr bwMode="auto">
              <a:xfrm>
                <a:off x="2270776" y="3421514"/>
                <a:ext cx="432000" cy="432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en-US" altLang="ko-KR" sz="1100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Scan</a:t>
                </a:r>
              </a:p>
              <a:p>
                <a:pPr algn="ctr"/>
                <a:r>
                  <a:rPr lang="en-US" altLang="ko-KR" sz="1100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FF</a:t>
                </a:r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B8820667-1D5F-4BE1-AC6D-66B4617574B7}"/>
                  </a:ext>
                </a:extLst>
              </p:cNvPr>
              <p:cNvSpPr txBox="1"/>
              <p:nvPr/>
            </p:nvSpPr>
            <p:spPr>
              <a:xfrm>
                <a:off x="2179074" y="3092640"/>
                <a:ext cx="474810" cy="292388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r"/>
                <a:r>
                  <a:rPr lang="en-US" altLang="ko-KR" sz="1300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FF3</a:t>
                </a:r>
                <a:endParaRPr lang="ko-KR" altLang="en-US" sz="1300">
                  <a:latin typeface="나눔바른펜" panose="020B0503000000000000" pitchFamily="50" charset="-127"/>
                  <a:ea typeface="나눔바른펜" panose="020B0503000000000000" pitchFamily="50" charset="-127"/>
                </a:endParaRPr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A1C58B79-1FF0-4B35-B647-EE6D239AF599}"/>
                  </a:ext>
                </a:extLst>
              </p:cNvPr>
              <p:cNvSpPr/>
              <p:nvPr/>
            </p:nvSpPr>
            <p:spPr bwMode="auto">
              <a:xfrm>
                <a:off x="3011373" y="3421514"/>
                <a:ext cx="432000" cy="432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lg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en-US" altLang="ko-KR" sz="1100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Scan</a:t>
                </a:r>
              </a:p>
              <a:p>
                <a:pPr algn="ctr"/>
                <a:r>
                  <a:rPr lang="en-US" altLang="ko-KR" sz="1100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FF</a:t>
                </a: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46FB4F14-9CFC-4610-B324-2BC56E303C32}"/>
                  </a:ext>
                </a:extLst>
              </p:cNvPr>
              <p:cNvSpPr txBox="1"/>
              <p:nvPr/>
            </p:nvSpPr>
            <p:spPr>
              <a:xfrm>
                <a:off x="2919671" y="3092640"/>
                <a:ext cx="474810" cy="292388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r"/>
                <a:r>
                  <a:rPr lang="en-US" altLang="ko-KR" sz="1300">
                    <a:latin typeface="나눔바른펜" panose="020B0503000000000000" pitchFamily="50" charset="-127"/>
                    <a:ea typeface="나눔바른펜" panose="020B0503000000000000" pitchFamily="50" charset="-127"/>
                  </a:rPr>
                  <a:t>FF4</a:t>
                </a:r>
                <a:endParaRPr lang="ko-KR" altLang="en-US" sz="1300">
                  <a:latin typeface="나눔바른펜" panose="020B0503000000000000" pitchFamily="50" charset="-127"/>
                  <a:ea typeface="나눔바른펜" panose="020B0503000000000000" pitchFamily="50" charset="-127"/>
                </a:endParaRPr>
              </a:p>
            </p:txBody>
          </p: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D9743DB-36D1-44DC-9295-06883873354C}"/>
                </a:ext>
              </a:extLst>
            </p:cNvPr>
            <p:cNvSpPr/>
            <p:nvPr/>
          </p:nvSpPr>
          <p:spPr bwMode="auto">
            <a:xfrm>
              <a:off x="325668" y="2790530"/>
              <a:ext cx="3497100" cy="2077883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E7932D-44BA-4F91-BF4A-B47928FFE219}"/>
                </a:ext>
              </a:extLst>
            </p:cNvPr>
            <p:cNvSpPr txBox="1"/>
            <p:nvPr/>
          </p:nvSpPr>
          <p:spPr>
            <a:xfrm>
              <a:off x="1516149" y="2652031"/>
              <a:ext cx="1116139" cy="2769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Design Violation</a:t>
              </a:r>
              <a:endParaRPr lang="ko-KR" altLang="en-US" sz="120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141F78C2-1413-4F12-9C95-27430F2632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294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628A8E-5B4F-4CB8-A82F-0B57BC00DC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875" y="711037"/>
            <a:ext cx="8493719" cy="5205210"/>
          </a:xfrm>
        </p:spPr>
        <p:txBody>
          <a:bodyPr/>
          <a:lstStyle/>
          <a:p>
            <a:r>
              <a:rPr lang="en-US" altLang="ko-KR"/>
              <a:t>Transition Fault Model</a:t>
            </a:r>
            <a:r>
              <a:rPr lang="ko-KR" altLang="en-US"/>
              <a:t>을 이용한 </a:t>
            </a:r>
            <a:r>
              <a:rPr lang="en-US" altLang="ko-KR"/>
              <a:t>Slack-based ATPG</a:t>
            </a:r>
            <a:r>
              <a:rPr lang="ko-KR" altLang="en-US"/>
              <a:t>에 대해 자세히 </a:t>
            </a:r>
            <a:r>
              <a:rPr lang="ko-KR" altLang="en-US" err="1"/>
              <a:t>설명하시요</a:t>
            </a:r>
            <a:r>
              <a:rPr lang="en-US" altLang="ko-KR"/>
              <a:t>.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E5FB8D-7A85-49F1-8678-90B2C9004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ko-KR"/>
              <a:t>-(</a:t>
            </a:r>
            <a:fld id="{48D15B07-8482-4CE3-AB6D-DBD052438996}" type="slidenum">
              <a:rPr lang="ko-KR" altLang="en-US" smtClean="0"/>
              <a:pPr/>
              <a:t>5</a:t>
            </a:fld>
            <a:r>
              <a:rPr lang="en-US" altLang="ko-KR"/>
              <a:t>)-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20CEE8-DE65-49DD-AD68-0F66A622E9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과제</a:t>
            </a:r>
            <a:r>
              <a:rPr lang="en-US" altLang="ko-KR"/>
              <a:t>-5</a:t>
            </a:r>
            <a:endParaRPr lang="ko-KR" altLang="en-US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EF0E3BC7-5CE3-4CE2-8371-FAF984F1D8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786223"/>
      </p:ext>
    </p:extLst>
  </p:cSld>
  <p:clrMapOvr>
    <a:masterClrMapping/>
  </p:clrMapOvr>
</p:sld>
</file>

<file path=ppt/theme/theme1.xml><?xml version="1.0" encoding="utf-8"?>
<a:theme xmlns:a="http://schemas.openxmlformats.org/drawingml/2006/main" name="3_기본 디자인">
  <a:themeElements>
    <a:clrScheme name="3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기본 디자인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 algn="l">
          <a:defRPr dirty="0">
            <a:latin typeface="나눔바른펜" panose="020B0503000000000000" pitchFamily="50" charset="-127"/>
            <a:ea typeface="나눔바른펜" panose="020B0503000000000000" pitchFamily="50" charset="-127"/>
          </a:defRPr>
        </a:defPPr>
      </a:lstStyle>
    </a:txDef>
  </a:objectDefaults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화면 슬라이드 쇼(4:3)</PresentationFormat>
  <Slides>5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3_기본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삼성전자 DS총괄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LSI 상품기획 워크샵 발표자료</dc:title>
  <dc:creator>김종성</dc:creator>
  <cp:revision>3</cp:revision>
  <cp:lastPrinted>2023-07-10T08:00:46Z</cp:lastPrinted>
  <dcterms:created xsi:type="dcterms:W3CDTF">2002-04-24T11:22:52Z</dcterms:created>
  <dcterms:modified xsi:type="dcterms:W3CDTF">2026-03-20T06:41:20Z</dcterms:modified>
</cp:coreProperties>
</file>